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7"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CC2D92-5B58-4559-8B8A-92194BB8D4A3}" v="6" dt="2026-02-25T07:32:27.7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gati Ritti" userId="645a240b8d38944c" providerId="LiveId" clId="{980092F0-E9DE-4D17-9FE6-3106F6101FA2}"/>
    <pc:docChg chg="undo custSel addSld modSld">
      <pc:chgData name="Pragati Ritti" userId="645a240b8d38944c" providerId="LiveId" clId="{980092F0-E9DE-4D17-9FE6-3106F6101FA2}" dt="2026-02-08T17:30:26.288" v="486" actId="1076"/>
      <pc:docMkLst>
        <pc:docMk/>
      </pc:docMkLst>
      <pc:sldChg chg="modSp mod modTransition">
        <pc:chgData name="Pragati Ritti" userId="645a240b8d38944c" providerId="LiveId" clId="{980092F0-E9DE-4D17-9FE6-3106F6101FA2}" dt="2026-02-08T17:29:16.631" v="463"/>
        <pc:sldMkLst>
          <pc:docMk/>
          <pc:sldMk cId="153720425" sldId="256"/>
        </pc:sldMkLst>
        <pc:spChg chg="mod">
          <ac:chgData name="Pragati Ritti" userId="645a240b8d38944c" providerId="LiveId" clId="{980092F0-E9DE-4D17-9FE6-3106F6101FA2}" dt="2026-02-08T17:29:07.880" v="462" actId="207"/>
          <ac:spMkLst>
            <pc:docMk/>
            <pc:sldMk cId="153720425" sldId="256"/>
            <ac:spMk id="2" creationId="{796D3BB0-2BC2-FC2B-F5D6-ED6E6839594B}"/>
          </ac:spMkLst>
        </pc:spChg>
      </pc:sldChg>
      <pc:sldChg chg="modSp mod modTransition">
        <pc:chgData name="Pragati Ritti" userId="645a240b8d38944c" providerId="LiveId" clId="{980092F0-E9DE-4D17-9FE6-3106F6101FA2}" dt="2026-02-08T17:29:22.472" v="464"/>
        <pc:sldMkLst>
          <pc:docMk/>
          <pc:sldMk cId="3344066465" sldId="257"/>
        </pc:sldMkLst>
        <pc:spChg chg="mod">
          <ac:chgData name="Pragati Ritti" userId="645a240b8d38944c" providerId="LiveId" clId="{980092F0-E9DE-4D17-9FE6-3106F6101FA2}" dt="2026-02-06T15:22:48.902" v="13" actId="20577"/>
          <ac:spMkLst>
            <pc:docMk/>
            <pc:sldMk cId="3344066465" sldId="257"/>
            <ac:spMk id="2" creationId="{2832C2E4-FEE3-6BD5-21C7-249BB51F0CCE}"/>
          </ac:spMkLst>
        </pc:spChg>
      </pc:sldChg>
      <pc:sldChg chg="modSp mod modTransition">
        <pc:chgData name="Pragati Ritti" userId="645a240b8d38944c" providerId="LiveId" clId="{980092F0-E9DE-4D17-9FE6-3106F6101FA2}" dt="2026-02-08T17:29:27.807" v="465"/>
        <pc:sldMkLst>
          <pc:docMk/>
          <pc:sldMk cId="559923582" sldId="258"/>
        </pc:sldMkLst>
        <pc:spChg chg="mod">
          <ac:chgData name="Pragati Ritti" userId="645a240b8d38944c" providerId="LiveId" clId="{980092F0-E9DE-4D17-9FE6-3106F6101FA2}" dt="2026-02-08T06:22:58.614" v="422" actId="115"/>
          <ac:spMkLst>
            <pc:docMk/>
            <pc:sldMk cId="559923582" sldId="258"/>
            <ac:spMk id="3" creationId="{DE3FD4D0-C0B2-80CF-E071-62A723EF1CCC}"/>
          </ac:spMkLst>
        </pc:spChg>
      </pc:sldChg>
      <pc:sldChg chg="addSp delSp modSp mod modTransition">
        <pc:chgData name="Pragati Ritti" userId="645a240b8d38944c" providerId="LiveId" clId="{980092F0-E9DE-4D17-9FE6-3106F6101FA2}" dt="2026-02-08T17:29:32.761" v="466"/>
        <pc:sldMkLst>
          <pc:docMk/>
          <pc:sldMk cId="616904442" sldId="259"/>
        </pc:sldMkLst>
        <pc:spChg chg="mod">
          <ac:chgData name="Pragati Ritti" userId="645a240b8d38944c" providerId="LiveId" clId="{980092F0-E9DE-4D17-9FE6-3106F6101FA2}" dt="2026-02-08T06:22:26.737" v="416" actId="1076"/>
          <ac:spMkLst>
            <pc:docMk/>
            <pc:sldMk cId="616904442" sldId="259"/>
            <ac:spMk id="2" creationId="{EE306D5D-71B3-8EB7-7553-B130290BFCDD}"/>
          </ac:spMkLst>
        </pc:spChg>
        <pc:spChg chg="add mod">
          <ac:chgData name="Pragati Ritti" userId="645a240b8d38944c" providerId="LiveId" clId="{980092F0-E9DE-4D17-9FE6-3106F6101FA2}" dt="2026-02-08T06:22:26.737" v="416" actId="1076"/>
          <ac:spMkLst>
            <pc:docMk/>
            <pc:sldMk cId="616904442" sldId="259"/>
            <ac:spMk id="14" creationId="{5C79F11E-5969-82A2-D397-EC9CC6BF0BCD}"/>
          </ac:spMkLst>
        </pc:spChg>
        <pc:spChg chg="add mod">
          <ac:chgData name="Pragati Ritti" userId="645a240b8d38944c" providerId="LiveId" clId="{980092F0-E9DE-4D17-9FE6-3106F6101FA2}" dt="2026-02-08T06:22:26.737" v="416" actId="1076"/>
          <ac:spMkLst>
            <pc:docMk/>
            <pc:sldMk cId="616904442" sldId="259"/>
            <ac:spMk id="20" creationId="{9737A5B0-7318-49DE-4932-4890A2D387FB}"/>
          </ac:spMkLst>
        </pc:spChg>
        <pc:spChg chg="add mod">
          <ac:chgData name="Pragati Ritti" userId="645a240b8d38944c" providerId="LiveId" clId="{980092F0-E9DE-4D17-9FE6-3106F6101FA2}" dt="2026-02-08T06:22:26.737" v="416" actId="1076"/>
          <ac:spMkLst>
            <pc:docMk/>
            <pc:sldMk cId="616904442" sldId="259"/>
            <ac:spMk id="22" creationId="{EB96CB7A-7161-5C18-A1FD-2828A10A0ABD}"/>
          </ac:spMkLst>
        </pc:spChg>
        <pc:spChg chg="add mod">
          <ac:chgData name="Pragati Ritti" userId="645a240b8d38944c" providerId="LiveId" clId="{980092F0-E9DE-4D17-9FE6-3106F6101FA2}" dt="2026-02-08T06:22:26.737" v="416" actId="1076"/>
          <ac:spMkLst>
            <pc:docMk/>
            <pc:sldMk cId="616904442" sldId="259"/>
            <ac:spMk id="24" creationId="{EFE15137-34BD-6827-EF5C-8C3181BB350A}"/>
          </ac:spMkLst>
        </pc:spChg>
        <pc:spChg chg="add mod">
          <ac:chgData name="Pragati Ritti" userId="645a240b8d38944c" providerId="LiveId" clId="{980092F0-E9DE-4D17-9FE6-3106F6101FA2}" dt="2026-02-08T05:52:34.326" v="133" actId="20577"/>
          <ac:spMkLst>
            <pc:docMk/>
            <pc:sldMk cId="616904442" sldId="259"/>
            <ac:spMk id="26" creationId="{6E5700C4-88B4-6A04-5546-8E90D6B8C03C}"/>
          </ac:spMkLst>
        </pc:spChg>
        <pc:spChg chg="add mod">
          <ac:chgData name="Pragati Ritti" userId="645a240b8d38944c" providerId="LiveId" clId="{980092F0-E9DE-4D17-9FE6-3106F6101FA2}" dt="2026-02-08T05:53:30.369" v="164" actId="1076"/>
          <ac:spMkLst>
            <pc:docMk/>
            <pc:sldMk cId="616904442" sldId="259"/>
            <ac:spMk id="28" creationId="{E81CD671-F0BB-B2DF-7B26-5F7C011D7FB3}"/>
          </ac:spMkLst>
        </pc:spChg>
        <pc:spChg chg="add mod">
          <ac:chgData name="Pragati Ritti" userId="645a240b8d38944c" providerId="LiveId" clId="{980092F0-E9DE-4D17-9FE6-3106F6101FA2}" dt="2026-02-08T06:22:26.737" v="416" actId="1076"/>
          <ac:spMkLst>
            <pc:docMk/>
            <pc:sldMk cId="616904442" sldId="259"/>
            <ac:spMk id="30" creationId="{CBE9F06B-579C-2730-5FA0-F89E5E23A97E}"/>
          </ac:spMkLst>
        </pc:spChg>
        <pc:spChg chg="add mod">
          <ac:chgData name="Pragati Ritti" userId="645a240b8d38944c" providerId="LiveId" clId="{980092F0-E9DE-4D17-9FE6-3106F6101FA2}" dt="2026-02-08T06:22:26.737" v="416" actId="1076"/>
          <ac:spMkLst>
            <pc:docMk/>
            <pc:sldMk cId="616904442" sldId="259"/>
            <ac:spMk id="31" creationId="{CC1EBA9E-E617-2D2F-B739-61A496770881}"/>
          </ac:spMkLst>
        </pc:spChg>
        <pc:spChg chg="add mod">
          <ac:chgData name="Pragati Ritti" userId="645a240b8d38944c" providerId="LiveId" clId="{980092F0-E9DE-4D17-9FE6-3106F6101FA2}" dt="2026-02-08T06:22:26.737" v="416" actId="1076"/>
          <ac:spMkLst>
            <pc:docMk/>
            <pc:sldMk cId="616904442" sldId="259"/>
            <ac:spMk id="33" creationId="{A53B023F-B013-F941-BBDE-BC1030951319}"/>
          </ac:spMkLst>
        </pc:spChg>
        <pc:spChg chg="add mod">
          <ac:chgData name="Pragati Ritti" userId="645a240b8d38944c" providerId="LiveId" clId="{980092F0-E9DE-4D17-9FE6-3106F6101FA2}" dt="2026-02-08T05:55:47.068" v="231" actId="20577"/>
          <ac:spMkLst>
            <pc:docMk/>
            <pc:sldMk cId="616904442" sldId="259"/>
            <ac:spMk id="34" creationId="{77D47A60-9C8F-5455-B58B-8BF41C9A5D89}"/>
          </ac:spMkLst>
        </pc:spChg>
        <pc:spChg chg="add mod">
          <ac:chgData name="Pragati Ritti" userId="645a240b8d38944c" providerId="LiveId" clId="{980092F0-E9DE-4D17-9FE6-3106F6101FA2}" dt="2026-02-08T06:22:26.737" v="416" actId="1076"/>
          <ac:spMkLst>
            <pc:docMk/>
            <pc:sldMk cId="616904442" sldId="259"/>
            <ac:spMk id="35" creationId="{03194AEE-09DB-850F-CF19-80B0F3860FE8}"/>
          </ac:spMkLst>
        </pc:spChg>
        <pc:spChg chg="add mod">
          <ac:chgData name="Pragati Ritti" userId="645a240b8d38944c" providerId="LiveId" clId="{980092F0-E9DE-4D17-9FE6-3106F6101FA2}" dt="2026-02-08T06:22:34.074" v="417" actId="115"/>
          <ac:spMkLst>
            <pc:docMk/>
            <pc:sldMk cId="616904442" sldId="259"/>
            <ac:spMk id="37" creationId="{056FCE06-134D-64CD-4268-513DDDD5272E}"/>
          </ac:spMkLst>
        </pc:spChg>
        <pc:cxnChg chg="mod">
          <ac:chgData name="Pragati Ritti" userId="645a240b8d38944c" providerId="LiveId" clId="{980092F0-E9DE-4D17-9FE6-3106F6101FA2}" dt="2026-02-08T05:47:23.928" v="19" actId="21"/>
          <ac:cxnSpMkLst>
            <pc:docMk/>
            <pc:sldMk cId="616904442" sldId="259"/>
            <ac:cxnSpMk id="15" creationId="{AF8DC917-A551-D4EE-3317-C223A5B98A48}"/>
          </ac:cxnSpMkLst>
        </pc:cxnChg>
        <pc:cxnChg chg="mod">
          <ac:chgData name="Pragati Ritti" userId="645a240b8d38944c" providerId="LiveId" clId="{980092F0-E9DE-4D17-9FE6-3106F6101FA2}" dt="2026-02-08T05:49:58.711" v="74" actId="21"/>
          <ac:cxnSpMkLst>
            <pc:docMk/>
            <pc:sldMk cId="616904442" sldId="259"/>
            <ac:cxnSpMk id="17" creationId="{1077DFB4-6E93-4829-E925-58D2F5F2F76F}"/>
          </ac:cxnSpMkLst>
        </pc:cxnChg>
        <pc:cxnChg chg="mod">
          <ac:chgData name="Pragati Ritti" userId="645a240b8d38944c" providerId="LiveId" clId="{980092F0-E9DE-4D17-9FE6-3106F6101FA2}" dt="2026-02-08T05:49:58.711" v="74" actId="21"/>
          <ac:cxnSpMkLst>
            <pc:docMk/>
            <pc:sldMk cId="616904442" sldId="259"/>
            <ac:cxnSpMk id="19" creationId="{4E6122C4-3D75-E4BC-1A6C-886344D5652C}"/>
          </ac:cxnSpMkLst>
        </pc:cxnChg>
        <pc:cxnChg chg="mod">
          <ac:chgData name="Pragati Ritti" userId="645a240b8d38944c" providerId="LiveId" clId="{980092F0-E9DE-4D17-9FE6-3106F6101FA2}" dt="2026-02-08T05:52:04.098" v="118" actId="21"/>
          <ac:cxnSpMkLst>
            <pc:docMk/>
            <pc:sldMk cId="616904442" sldId="259"/>
            <ac:cxnSpMk id="27" creationId="{67A30F8D-34E4-533C-FE56-884AAA1D2298}"/>
          </ac:cxnSpMkLst>
        </pc:cxnChg>
        <pc:cxnChg chg="mod">
          <ac:chgData name="Pragati Ritti" userId="645a240b8d38944c" providerId="LiveId" clId="{980092F0-E9DE-4D17-9FE6-3106F6101FA2}" dt="2026-02-08T05:51:34.940" v="106" actId="21"/>
          <ac:cxnSpMkLst>
            <pc:docMk/>
            <pc:sldMk cId="616904442" sldId="259"/>
            <ac:cxnSpMk id="29" creationId="{84C8118A-BFB3-1596-8162-DC22E9F74685}"/>
          </ac:cxnSpMkLst>
        </pc:cxnChg>
        <pc:cxnChg chg="mod">
          <ac:chgData name="Pragati Ritti" userId="645a240b8d38944c" providerId="LiveId" clId="{980092F0-E9DE-4D17-9FE6-3106F6101FA2}" dt="2026-02-08T05:51:02.670" v="94" actId="21"/>
          <ac:cxnSpMkLst>
            <pc:docMk/>
            <pc:sldMk cId="616904442" sldId="259"/>
            <ac:cxnSpMk id="32" creationId="{06E51C2E-75C8-2FDF-84F0-45C80AB01F0C}"/>
          </ac:cxnSpMkLst>
        </pc:cxnChg>
        <pc:cxnChg chg="mod">
          <ac:chgData name="Pragati Ritti" userId="645a240b8d38944c" providerId="LiveId" clId="{980092F0-E9DE-4D17-9FE6-3106F6101FA2}" dt="2026-02-08T05:51:02.670" v="94" actId="21"/>
          <ac:cxnSpMkLst>
            <pc:docMk/>
            <pc:sldMk cId="616904442" sldId="259"/>
            <ac:cxnSpMk id="38" creationId="{D1C68F94-A93A-835D-8C71-5B9CF04EA1BF}"/>
          </ac:cxnSpMkLst>
        </pc:cxnChg>
        <pc:cxnChg chg="mod">
          <ac:chgData name="Pragati Ritti" userId="645a240b8d38944c" providerId="LiveId" clId="{980092F0-E9DE-4D17-9FE6-3106F6101FA2}" dt="2026-02-08T05:53:35.702" v="165" actId="21"/>
          <ac:cxnSpMkLst>
            <pc:docMk/>
            <pc:sldMk cId="616904442" sldId="259"/>
            <ac:cxnSpMk id="40" creationId="{1EE36805-B3A3-FC4B-10F3-19996A986B97}"/>
          </ac:cxnSpMkLst>
        </pc:cxnChg>
        <pc:cxnChg chg="mod">
          <ac:chgData name="Pragati Ritti" userId="645a240b8d38944c" providerId="LiveId" clId="{980092F0-E9DE-4D17-9FE6-3106F6101FA2}" dt="2026-02-08T05:52:04.098" v="118" actId="21"/>
          <ac:cxnSpMkLst>
            <pc:docMk/>
            <pc:sldMk cId="616904442" sldId="259"/>
            <ac:cxnSpMk id="44" creationId="{1C710A35-9AF8-E764-2087-C343623B4BBE}"/>
          </ac:cxnSpMkLst>
        </pc:cxnChg>
        <pc:cxnChg chg="mod">
          <ac:chgData name="Pragati Ritti" userId="645a240b8d38944c" providerId="LiveId" clId="{980092F0-E9DE-4D17-9FE6-3106F6101FA2}" dt="2026-02-08T05:53:35.702" v="165" actId="21"/>
          <ac:cxnSpMkLst>
            <pc:docMk/>
            <pc:sldMk cId="616904442" sldId="259"/>
            <ac:cxnSpMk id="52" creationId="{1A806080-FD8F-5AE2-66E6-0D5818CE49F8}"/>
          </ac:cxnSpMkLst>
        </pc:cxnChg>
        <pc:cxnChg chg="mod">
          <ac:chgData name="Pragati Ritti" userId="645a240b8d38944c" providerId="LiveId" clId="{980092F0-E9DE-4D17-9FE6-3106F6101FA2}" dt="2026-02-08T05:53:35.702" v="165" actId="21"/>
          <ac:cxnSpMkLst>
            <pc:docMk/>
            <pc:sldMk cId="616904442" sldId="259"/>
            <ac:cxnSpMk id="54" creationId="{F8BA9924-7B8A-A285-5D44-BB2146628CE7}"/>
          </ac:cxnSpMkLst>
        </pc:cxnChg>
        <pc:cxnChg chg="mod">
          <ac:chgData name="Pragati Ritti" userId="645a240b8d38944c" providerId="LiveId" clId="{980092F0-E9DE-4D17-9FE6-3106F6101FA2}" dt="2026-02-08T05:54:15.152" v="182" actId="21"/>
          <ac:cxnSpMkLst>
            <pc:docMk/>
            <pc:sldMk cId="616904442" sldId="259"/>
            <ac:cxnSpMk id="58" creationId="{630E4636-1DE3-30CD-CB74-4D211969CBF7}"/>
          </ac:cxnSpMkLst>
        </pc:cxnChg>
        <pc:cxnChg chg="mod">
          <ac:chgData name="Pragati Ritti" userId="645a240b8d38944c" providerId="LiveId" clId="{980092F0-E9DE-4D17-9FE6-3106F6101FA2}" dt="2026-02-08T05:54:45.571" v="198" actId="21"/>
          <ac:cxnSpMkLst>
            <pc:docMk/>
            <pc:sldMk cId="616904442" sldId="259"/>
            <ac:cxnSpMk id="62" creationId="{C0A83D44-45D9-6A36-8189-E1F76490568A}"/>
          </ac:cxnSpMkLst>
        </pc:cxnChg>
        <pc:cxnChg chg="mod">
          <ac:chgData name="Pragati Ritti" userId="645a240b8d38944c" providerId="LiveId" clId="{980092F0-E9DE-4D17-9FE6-3106F6101FA2}" dt="2026-02-08T05:54:15.152" v="182" actId="21"/>
          <ac:cxnSpMkLst>
            <pc:docMk/>
            <pc:sldMk cId="616904442" sldId="259"/>
            <ac:cxnSpMk id="66" creationId="{4D2FF0B7-64CC-A0BD-C2E2-4DE8D547B9F9}"/>
          </ac:cxnSpMkLst>
        </pc:cxnChg>
        <pc:cxnChg chg="mod">
          <ac:chgData name="Pragati Ritti" userId="645a240b8d38944c" providerId="LiveId" clId="{980092F0-E9DE-4D17-9FE6-3106F6101FA2}" dt="2026-02-08T05:55:16.266" v="213" actId="21"/>
          <ac:cxnSpMkLst>
            <pc:docMk/>
            <pc:sldMk cId="616904442" sldId="259"/>
            <ac:cxnSpMk id="68" creationId="{41ABF496-6D2D-F978-4D6A-2DA37E5135DC}"/>
          </ac:cxnSpMkLst>
        </pc:cxnChg>
        <pc:cxnChg chg="mod">
          <ac:chgData name="Pragati Ritti" userId="645a240b8d38944c" providerId="LiveId" clId="{980092F0-E9DE-4D17-9FE6-3106F6101FA2}" dt="2026-02-08T05:54:45.571" v="198" actId="21"/>
          <ac:cxnSpMkLst>
            <pc:docMk/>
            <pc:sldMk cId="616904442" sldId="259"/>
            <ac:cxnSpMk id="70" creationId="{4E1115C0-FA74-B157-D2BE-69EB3E013B99}"/>
          </ac:cxnSpMkLst>
        </pc:cxnChg>
        <pc:cxnChg chg="mod">
          <ac:chgData name="Pragati Ritti" userId="645a240b8d38944c" providerId="LiveId" clId="{980092F0-E9DE-4D17-9FE6-3106F6101FA2}" dt="2026-02-08T05:55:55.551" v="232" actId="21"/>
          <ac:cxnSpMkLst>
            <pc:docMk/>
            <pc:sldMk cId="616904442" sldId="259"/>
            <ac:cxnSpMk id="76" creationId="{FCE06150-F190-AA5B-3047-326720E2A87A}"/>
          </ac:cxnSpMkLst>
        </pc:cxnChg>
      </pc:sldChg>
      <pc:sldChg chg="addSp delSp modSp mod modTransition">
        <pc:chgData name="Pragati Ritti" userId="645a240b8d38944c" providerId="LiveId" clId="{980092F0-E9DE-4D17-9FE6-3106F6101FA2}" dt="2026-02-08T17:29:37.677" v="467"/>
        <pc:sldMkLst>
          <pc:docMk/>
          <pc:sldMk cId="3809813244" sldId="260"/>
        </pc:sldMkLst>
        <pc:spChg chg="add mod">
          <ac:chgData name="Pragati Ritti" userId="645a240b8d38944c" providerId="LiveId" clId="{980092F0-E9DE-4D17-9FE6-3106F6101FA2}" dt="2026-02-08T06:22:39.622" v="418" actId="115"/>
          <ac:spMkLst>
            <pc:docMk/>
            <pc:sldMk cId="3809813244" sldId="260"/>
            <ac:spMk id="41" creationId="{4304A5EF-A444-AC66-FEEA-5459D37728C4}"/>
          </ac:spMkLst>
        </pc:spChg>
        <pc:spChg chg="add mod">
          <ac:chgData name="Pragati Ritti" userId="645a240b8d38944c" providerId="LiveId" clId="{980092F0-E9DE-4D17-9FE6-3106F6101FA2}" dt="2026-02-08T06:18:46.158" v="378" actId="14100"/>
          <ac:spMkLst>
            <pc:docMk/>
            <pc:sldMk cId="3809813244" sldId="260"/>
            <ac:spMk id="42" creationId="{ED567DC7-20E2-C93A-46D1-C68248B2F1A0}"/>
          </ac:spMkLst>
        </pc:spChg>
        <pc:spChg chg="add mod">
          <ac:chgData name="Pragati Ritti" userId="645a240b8d38944c" providerId="LiveId" clId="{980092F0-E9DE-4D17-9FE6-3106F6101FA2}" dt="2026-02-08T06:19:42.443" v="386" actId="1076"/>
          <ac:spMkLst>
            <pc:docMk/>
            <pc:sldMk cId="3809813244" sldId="260"/>
            <ac:spMk id="43" creationId="{26849E2F-07A4-8403-630D-F0E6BADBA594}"/>
          </ac:spMkLst>
        </pc:spChg>
        <pc:spChg chg="add mod">
          <ac:chgData name="Pragati Ritti" userId="645a240b8d38944c" providerId="LiveId" clId="{980092F0-E9DE-4D17-9FE6-3106F6101FA2}" dt="2026-02-08T06:20:02.909" v="389" actId="1076"/>
          <ac:spMkLst>
            <pc:docMk/>
            <pc:sldMk cId="3809813244" sldId="260"/>
            <ac:spMk id="44" creationId="{BA658690-BD2A-ED88-3415-28846801AD15}"/>
          </ac:spMkLst>
        </pc:spChg>
        <pc:spChg chg="add mod">
          <ac:chgData name="Pragati Ritti" userId="645a240b8d38944c" providerId="LiveId" clId="{980092F0-E9DE-4D17-9FE6-3106F6101FA2}" dt="2026-02-08T06:20:24.496" v="392" actId="1076"/>
          <ac:spMkLst>
            <pc:docMk/>
            <pc:sldMk cId="3809813244" sldId="260"/>
            <ac:spMk id="45" creationId="{9BF03B77-447F-F6D6-70B4-D7B914FA9A25}"/>
          </ac:spMkLst>
        </pc:spChg>
        <pc:cxnChg chg="add mod">
          <ac:chgData name="Pragati Ritti" userId="645a240b8d38944c" providerId="LiveId" clId="{980092F0-E9DE-4D17-9FE6-3106F6101FA2}" dt="2026-02-08T06:19:48.967" v="387" actId="13822"/>
          <ac:cxnSpMkLst>
            <pc:docMk/>
            <pc:sldMk cId="3809813244" sldId="260"/>
            <ac:cxnSpMk id="47" creationId="{C56C3A31-DB74-7A06-7CEF-19D0291AD921}"/>
          </ac:cxnSpMkLst>
        </pc:cxnChg>
        <pc:cxnChg chg="add mod">
          <ac:chgData name="Pragati Ritti" userId="645a240b8d38944c" providerId="LiveId" clId="{980092F0-E9DE-4D17-9FE6-3106F6101FA2}" dt="2026-02-08T06:20:09.608" v="390" actId="13822"/>
          <ac:cxnSpMkLst>
            <pc:docMk/>
            <pc:sldMk cId="3809813244" sldId="260"/>
            <ac:cxnSpMk id="50" creationId="{3A646D27-5C59-E5EE-8548-89CCAEA40EF0}"/>
          </ac:cxnSpMkLst>
        </pc:cxnChg>
        <pc:cxnChg chg="add mod">
          <ac:chgData name="Pragati Ritti" userId="645a240b8d38944c" providerId="LiveId" clId="{980092F0-E9DE-4D17-9FE6-3106F6101FA2}" dt="2026-02-08T06:20:31.723" v="393" actId="13822"/>
          <ac:cxnSpMkLst>
            <pc:docMk/>
            <pc:sldMk cId="3809813244" sldId="260"/>
            <ac:cxnSpMk id="53" creationId="{45D7EB7C-E4A0-419B-865C-03734FB2AECA}"/>
          </ac:cxnSpMkLst>
        </pc:cxnChg>
      </pc:sldChg>
      <pc:sldChg chg="addSp modSp new mod modTransition">
        <pc:chgData name="Pragati Ritti" userId="645a240b8d38944c" providerId="LiveId" clId="{980092F0-E9DE-4D17-9FE6-3106F6101FA2}" dt="2026-02-08T17:29:40.670" v="468"/>
        <pc:sldMkLst>
          <pc:docMk/>
          <pc:sldMk cId="1089249992" sldId="261"/>
        </pc:sldMkLst>
        <pc:spChg chg="add mod">
          <ac:chgData name="Pragati Ritti" userId="645a240b8d38944c" providerId="LiveId" clId="{980092F0-E9DE-4D17-9FE6-3106F6101FA2}" dt="2026-02-08T17:22:49.681" v="440" actId="1076"/>
          <ac:spMkLst>
            <pc:docMk/>
            <pc:sldMk cId="1089249992" sldId="261"/>
            <ac:spMk id="3" creationId="{1CA28292-1282-A31E-ECB4-483899082AD6}"/>
          </ac:spMkLst>
        </pc:spChg>
        <pc:spChg chg="add mod">
          <ac:chgData name="Pragati Ritti" userId="645a240b8d38944c" providerId="LiveId" clId="{980092F0-E9DE-4D17-9FE6-3106F6101FA2}" dt="2026-02-08T17:27:59.338" v="460" actId="207"/>
          <ac:spMkLst>
            <pc:docMk/>
            <pc:sldMk cId="1089249992" sldId="261"/>
            <ac:spMk id="5" creationId="{AEA8DB1F-0552-3534-D399-EA82891321B2}"/>
          </ac:spMkLst>
        </pc:spChg>
      </pc:sldChg>
      <pc:sldChg chg="addSp modSp new mod modTransition">
        <pc:chgData name="Pragati Ritti" userId="645a240b8d38944c" providerId="LiveId" clId="{980092F0-E9DE-4D17-9FE6-3106F6101FA2}" dt="2026-02-08T17:29:43.980" v="469"/>
        <pc:sldMkLst>
          <pc:docMk/>
          <pc:sldMk cId="2040421763" sldId="262"/>
        </pc:sldMkLst>
        <pc:spChg chg="add mod">
          <ac:chgData name="Pragati Ritti" userId="645a240b8d38944c" providerId="LiveId" clId="{980092F0-E9DE-4D17-9FE6-3106F6101FA2}" dt="2026-02-08T17:27:44.309" v="457" actId="115"/>
          <ac:spMkLst>
            <pc:docMk/>
            <pc:sldMk cId="2040421763" sldId="262"/>
            <ac:spMk id="3" creationId="{BF0C7545-A4B2-C6DF-6820-3A64D9332D14}"/>
          </ac:spMkLst>
        </pc:spChg>
      </pc:sldChg>
      <pc:sldChg chg="addSp modSp new mod">
        <pc:chgData name="Pragati Ritti" userId="645a240b8d38944c" providerId="LiveId" clId="{980092F0-E9DE-4D17-9FE6-3106F6101FA2}" dt="2026-02-08T17:30:26.288" v="486" actId="1076"/>
        <pc:sldMkLst>
          <pc:docMk/>
          <pc:sldMk cId="3645642209" sldId="263"/>
        </pc:sldMkLst>
        <pc:spChg chg="add mod">
          <ac:chgData name="Pragati Ritti" userId="645a240b8d38944c" providerId="LiveId" clId="{980092F0-E9DE-4D17-9FE6-3106F6101FA2}" dt="2026-02-08T17:30:26.288" v="486" actId="1076"/>
          <ac:spMkLst>
            <pc:docMk/>
            <pc:sldMk cId="3645642209" sldId="263"/>
            <ac:spMk id="2" creationId="{408470C6-9F72-82B2-A4C4-267438872EF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15D19C-8577-4730-BBFA-48AA4F6330B8}"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C36446-DBC0-45B4-9B6A-E3EDAC730694}" type="slidenum">
              <a:rPr lang="en-IN" smtClean="0"/>
              <a:t>‹#›</a:t>
            </a:fld>
            <a:endParaRPr lang="en-IN"/>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83670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15D19C-8577-4730-BBFA-48AA4F6330B8}"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C36446-DBC0-45B4-9B6A-E3EDAC730694}" type="slidenum">
              <a:rPr lang="en-IN" smtClean="0"/>
              <a:t>‹#›</a:t>
            </a:fld>
            <a:endParaRPr lang="en-IN"/>
          </a:p>
        </p:txBody>
      </p:sp>
    </p:spTree>
    <p:extLst>
      <p:ext uri="{BB962C8B-B14F-4D97-AF65-F5344CB8AC3E}">
        <p14:creationId xmlns:p14="http://schemas.microsoft.com/office/powerpoint/2010/main" val="1778185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5D19C-8577-4730-BBFA-48AA4F6330B8}"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C36446-DBC0-45B4-9B6A-E3EDAC730694}" type="slidenum">
              <a:rPr lang="en-IN" smtClean="0"/>
              <a:t>‹#›</a:t>
            </a:fld>
            <a:endParaRPr lang="en-IN"/>
          </a:p>
        </p:txBody>
      </p:sp>
    </p:spTree>
    <p:extLst>
      <p:ext uri="{BB962C8B-B14F-4D97-AF65-F5344CB8AC3E}">
        <p14:creationId xmlns:p14="http://schemas.microsoft.com/office/powerpoint/2010/main" val="2247727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15D19C-8577-4730-BBFA-48AA4F6330B8}" type="datetimeFigureOut">
              <a:rPr lang="en-IN" smtClean="0"/>
              <a:t>25-02-2026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3C36446-DBC0-45B4-9B6A-E3EDAC730694}" type="slidenum">
              <a:rPr lang="en-IN" smtClean="0"/>
              <a:t>‹#›</a:t>
            </a:fld>
            <a:endParaRPr lang="en-IN"/>
          </a:p>
        </p:txBody>
      </p:sp>
    </p:spTree>
    <p:extLst>
      <p:ext uri="{BB962C8B-B14F-4D97-AF65-F5344CB8AC3E}">
        <p14:creationId xmlns:p14="http://schemas.microsoft.com/office/powerpoint/2010/main" val="1406431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C15D19C-8577-4730-BBFA-48AA4F6330B8}" type="datetimeFigureOut">
              <a:rPr lang="en-IN" smtClean="0"/>
              <a:t>25-02-2026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3C36446-DBC0-45B4-9B6A-E3EDAC730694}" type="slidenum">
              <a:rPr lang="en-IN" smtClean="0"/>
              <a:t>‹#›</a:t>
            </a:fld>
            <a:endParaRPr lang="en-IN"/>
          </a:p>
        </p:txBody>
      </p:sp>
    </p:spTree>
    <p:extLst>
      <p:ext uri="{BB962C8B-B14F-4D97-AF65-F5344CB8AC3E}">
        <p14:creationId xmlns:p14="http://schemas.microsoft.com/office/powerpoint/2010/main" val="2402022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C15D19C-8577-4730-BBFA-48AA4F6330B8}" type="datetimeFigureOut">
              <a:rPr lang="en-IN" smtClean="0"/>
              <a:t>25-02-2026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3C36446-DBC0-45B4-9B6A-E3EDAC730694}" type="slidenum">
              <a:rPr lang="en-IN" smtClean="0"/>
              <a:t>‹#›</a:t>
            </a:fld>
            <a:endParaRPr lang="en-IN"/>
          </a:p>
        </p:txBody>
      </p:sp>
    </p:spTree>
    <p:extLst>
      <p:ext uri="{BB962C8B-B14F-4D97-AF65-F5344CB8AC3E}">
        <p14:creationId xmlns:p14="http://schemas.microsoft.com/office/powerpoint/2010/main" val="1965003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15D19C-8577-4730-BBFA-48AA4F6330B8}" type="datetimeFigureOut">
              <a:rPr lang="en-IN" smtClean="0"/>
              <a:t>25-02-2026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3C36446-DBC0-45B4-9B6A-E3EDAC730694}" type="slidenum">
              <a:rPr lang="en-IN" smtClean="0"/>
              <a:t>‹#›</a:t>
            </a:fld>
            <a:endParaRPr lang="en-IN"/>
          </a:p>
        </p:txBody>
      </p:sp>
    </p:spTree>
    <p:extLst>
      <p:ext uri="{BB962C8B-B14F-4D97-AF65-F5344CB8AC3E}">
        <p14:creationId xmlns:p14="http://schemas.microsoft.com/office/powerpoint/2010/main" val="2517856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15D19C-8577-4730-BBFA-48AA4F6330B8}" type="datetimeFigureOut">
              <a:rPr lang="en-IN" smtClean="0"/>
              <a:t>25-02-2026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3C36446-DBC0-45B4-9B6A-E3EDAC730694}" type="slidenum">
              <a:rPr lang="en-IN" smtClean="0"/>
              <a:t>‹#›</a:t>
            </a:fld>
            <a:endParaRPr lang="en-IN"/>
          </a:p>
        </p:txBody>
      </p:sp>
    </p:spTree>
    <p:extLst>
      <p:ext uri="{BB962C8B-B14F-4D97-AF65-F5344CB8AC3E}">
        <p14:creationId xmlns:p14="http://schemas.microsoft.com/office/powerpoint/2010/main" val="737517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15D19C-8577-4730-BBFA-48AA4F6330B8}" type="datetimeFigureOut">
              <a:rPr lang="en-IN" smtClean="0"/>
              <a:t>25-02-2026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3C36446-DBC0-45B4-9B6A-E3EDAC730694}" type="slidenum">
              <a:rPr lang="en-IN" smtClean="0"/>
              <a:t>‹#›</a:t>
            </a:fld>
            <a:endParaRPr lang="en-IN"/>
          </a:p>
        </p:txBody>
      </p:sp>
    </p:spTree>
    <p:extLst>
      <p:ext uri="{BB962C8B-B14F-4D97-AF65-F5344CB8AC3E}">
        <p14:creationId xmlns:p14="http://schemas.microsoft.com/office/powerpoint/2010/main" val="3187382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5C15D19C-8577-4730-BBFA-48AA4F6330B8}" type="datetimeFigureOut">
              <a:rPr lang="en-IN" smtClean="0"/>
              <a:t>25-02-2026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3C36446-DBC0-45B4-9B6A-E3EDAC730694}" type="slidenum">
              <a:rPr lang="en-IN" smtClean="0"/>
              <a:t>‹#›</a:t>
            </a:fld>
            <a:endParaRPr lang="en-IN"/>
          </a:p>
        </p:txBody>
      </p:sp>
    </p:spTree>
    <p:extLst>
      <p:ext uri="{BB962C8B-B14F-4D97-AF65-F5344CB8AC3E}">
        <p14:creationId xmlns:p14="http://schemas.microsoft.com/office/powerpoint/2010/main" val="803311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5D19C-8577-4730-BBFA-48AA4F6330B8}"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C36446-DBC0-45B4-9B6A-E3EDAC730694}" type="slidenum">
              <a:rPr lang="en-IN" smtClean="0"/>
              <a:t>‹#›</a:t>
            </a:fld>
            <a:endParaRPr lang="en-IN"/>
          </a:p>
        </p:txBody>
      </p:sp>
    </p:spTree>
    <p:extLst>
      <p:ext uri="{BB962C8B-B14F-4D97-AF65-F5344CB8AC3E}">
        <p14:creationId xmlns:p14="http://schemas.microsoft.com/office/powerpoint/2010/main" val="36138479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5D19C-8577-4730-BBFA-48AA4F6330B8}"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C36446-DBC0-45B4-9B6A-E3EDAC730694}" type="slidenum">
              <a:rPr lang="en-IN" smtClean="0"/>
              <a:t>‹#›</a:t>
            </a:fld>
            <a:endParaRPr lang="en-IN"/>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9188612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5D19C-8577-4730-BBFA-48AA4F6330B8}"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C36446-DBC0-45B4-9B6A-E3EDAC730694}" type="slidenum">
              <a:rPr lang="en-IN" smtClean="0"/>
              <a:t>‹#›</a:t>
            </a:fld>
            <a:endParaRPr lang="en-IN"/>
          </a:p>
        </p:txBody>
      </p:sp>
    </p:spTree>
    <p:extLst>
      <p:ext uri="{BB962C8B-B14F-4D97-AF65-F5344CB8AC3E}">
        <p14:creationId xmlns:p14="http://schemas.microsoft.com/office/powerpoint/2010/main" val="27612352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5D19C-8577-4730-BBFA-48AA4F6330B8}"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C36446-DBC0-45B4-9B6A-E3EDAC730694}" type="slidenum">
              <a:rPr lang="en-IN" smtClean="0"/>
              <a:t>‹#›</a:t>
            </a:fld>
            <a:endParaRPr lang="en-IN"/>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7672610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5D19C-8577-4730-BBFA-48AA4F6330B8}"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C36446-DBC0-45B4-9B6A-E3EDAC730694}" type="slidenum">
              <a:rPr lang="en-IN" smtClean="0"/>
              <a:t>‹#›</a:t>
            </a:fld>
            <a:endParaRPr lang="en-IN"/>
          </a:p>
        </p:txBody>
      </p:sp>
    </p:spTree>
    <p:extLst>
      <p:ext uri="{BB962C8B-B14F-4D97-AF65-F5344CB8AC3E}">
        <p14:creationId xmlns:p14="http://schemas.microsoft.com/office/powerpoint/2010/main" val="42151666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15D19C-8577-4730-BBFA-48AA4F6330B8}"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C36446-DBC0-45B4-9B6A-E3EDAC730694}" type="slidenum">
              <a:rPr lang="en-IN" smtClean="0"/>
              <a:t>‹#›</a:t>
            </a:fld>
            <a:endParaRPr lang="en-IN"/>
          </a:p>
        </p:txBody>
      </p:sp>
    </p:spTree>
    <p:extLst>
      <p:ext uri="{BB962C8B-B14F-4D97-AF65-F5344CB8AC3E}">
        <p14:creationId xmlns:p14="http://schemas.microsoft.com/office/powerpoint/2010/main" val="19265007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15D19C-8577-4730-BBFA-48AA4F6330B8}"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C36446-DBC0-45B4-9B6A-E3EDAC730694}" type="slidenum">
              <a:rPr lang="en-IN" smtClean="0"/>
              <a:t>‹#›</a:t>
            </a:fld>
            <a:endParaRPr lang="en-IN"/>
          </a:p>
        </p:txBody>
      </p:sp>
    </p:spTree>
    <p:extLst>
      <p:ext uri="{BB962C8B-B14F-4D97-AF65-F5344CB8AC3E}">
        <p14:creationId xmlns:p14="http://schemas.microsoft.com/office/powerpoint/2010/main" val="3811589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5C15D19C-8577-4730-BBFA-48AA4F6330B8}" type="datetimeFigureOut">
              <a:rPr lang="en-IN" smtClean="0"/>
              <a:t>25-02-2026</a:t>
            </a:fld>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23C36446-DBC0-45B4-9B6A-E3EDAC730694}" type="slidenum">
              <a:rPr lang="en-IN" smtClean="0"/>
              <a:t>‹#›</a:t>
            </a:fld>
            <a:endParaRPr lang="en-IN"/>
          </a:p>
        </p:txBody>
      </p:sp>
    </p:spTree>
    <p:extLst>
      <p:ext uri="{BB962C8B-B14F-4D97-AF65-F5344CB8AC3E}">
        <p14:creationId xmlns:p14="http://schemas.microsoft.com/office/powerpoint/2010/main" val="63269470"/>
      </p:ext>
    </p:extLst>
  </p:cSld>
  <p:clrMap bg1="dk1" tx1="lt1" bg2="dk2" tx2="lt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 id="2147483782" r:id="rId15"/>
    <p:sldLayoutId id="2147483783" r:id="rId16"/>
    <p:sldLayoutId id="2147483784"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6D3BB0-2BC2-FC2B-F5D6-ED6E6839594B}"/>
              </a:ext>
            </a:extLst>
          </p:cNvPr>
          <p:cNvSpPr txBox="1"/>
          <p:nvPr/>
        </p:nvSpPr>
        <p:spPr>
          <a:xfrm>
            <a:off x="3190461" y="1520687"/>
            <a:ext cx="8388626" cy="3046988"/>
          </a:xfrm>
          <a:prstGeom prst="rect">
            <a:avLst/>
          </a:prstGeom>
          <a:noFill/>
        </p:spPr>
        <p:txBody>
          <a:bodyPr wrap="square" rtlCol="0">
            <a:spAutoFit/>
          </a:bodyPr>
          <a:lstStyle/>
          <a:p>
            <a:r>
              <a:rPr lang="en-IN" sz="9600" dirty="0">
                <a:solidFill>
                  <a:schemeClr val="bg1"/>
                </a:solidFill>
                <a:latin typeface="Algerian" panose="04020705040A02060702" pitchFamily="82" charset="0"/>
              </a:rPr>
              <a:t>FACE MASK DETECTION</a:t>
            </a:r>
          </a:p>
        </p:txBody>
      </p:sp>
    </p:spTree>
    <p:extLst>
      <p:ext uri="{BB962C8B-B14F-4D97-AF65-F5344CB8AC3E}">
        <p14:creationId xmlns:p14="http://schemas.microsoft.com/office/powerpoint/2010/main" val="1537204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32C2E4-FEE3-6BD5-21C7-249BB51F0CCE}"/>
              </a:ext>
            </a:extLst>
          </p:cNvPr>
          <p:cNvSpPr txBox="1"/>
          <p:nvPr/>
        </p:nvSpPr>
        <p:spPr>
          <a:xfrm>
            <a:off x="1459395" y="1156541"/>
            <a:ext cx="9273209" cy="3539430"/>
          </a:xfrm>
          <a:prstGeom prst="rect">
            <a:avLst/>
          </a:prstGeom>
          <a:noFill/>
        </p:spPr>
        <p:txBody>
          <a:bodyPr wrap="square" rtlCol="0">
            <a:spAutoFit/>
          </a:bodyPr>
          <a:lstStyle/>
          <a:p>
            <a:r>
              <a:rPr lang="en-US" sz="2800" dirty="0">
                <a:solidFill>
                  <a:schemeClr val="bg1">
                    <a:lumMod val="95000"/>
                    <a:lumOff val="5000"/>
                  </a:schemeClr>
                </a:solidFill>
              </a:rPr>
              <a:t>Face mask detection is a real-time computer vision system that uses a camera and deep learning to identify whether a person is wearing a mask. The system first detects faces from live video, then preprocesses each face and passes it to a trained neural network model to classify it as “Mask” or “No Mask.” The result is displayed instantly using colored bounding boxes, making it an efficient solution for monitoring mask compliance in public places such as hospitals, schools, and </a:t>
            </a:r>
            <a:r>
              <a:rPr lang="en-US" sz="2800">
                <a:solidFill>
                  <a:schemeClr val="bg1">
                    <a:lumMod val="95000"/>
                    <a:lumOff val="5000"/>
                  </a:schemeClr>
                </a:solidFill>
              </a:rPr>
              <a:t>offices.</a:t>
            </a:r>
            <a:endParaRPr lang="en-US" sz="2800" dirty="0">
              <a:solidFill>
                <a:schemeClr val="bg1">
                  <a:lumMod val="95000"/>
                  <a:lumOff val="5000"/>
                </a:schemeClr>
              </a:solidFill>
            </a:endParaRPr>
          </a:p>
        </p:txBody>
      </p:sp>
    </p:spTree>
    <p:extLst>
      <p:ext uri="{BB962C8B-B14F-4D97-AF65-F5344CB8AC3E}">
        <p14:creationId xmlns:p14="http://schemas.microsoft.com/office/powerpoint/2010/main" val="33440664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1FFD54-40F0-A85A-ECA0-9688AF41D786}"/>
              </a:ext>
            </a:extLst>
          </p:cNvPr>
          <p:cNvSpPr txBox="1"/>
          <p:nvPr/>
        </p:nvSpPr>
        <p:spPr>
          <a:xfrm>
            <a:off x="1679713" y="1351721"/>
            <a:ext cx="6261652" cy="5367131"/>
          </a:xfrm>
          <a:prstGeom prst="rect">
            <a:avLst/>
          </a:prstGeom>
          <a:noFill/>
        </p:spPr>
        <p:txBody>
          <a:bodyPr wrap="square" rtlCol="0">
            <a:spAutoFit/>
          </a:bodyPr>
          <a:lstStyle/>
          <a:p>
            <a:r>
              <a:rPr lang="en-IN" dirty="0">
                <a:solidFill>
                  <a:schemeClr val="bg1">
                    <a:lumMod val="95000"/>
                    <a:lumOff val="5000"/>
                  </a:schemeClr>
                </a:solidFill>
              </a:rPr>
              <a:t># CAMERA: Capture video from webcam</a:t>
            </a:r>
          </a:p>
          <a:p>
            <a:r>
              <a:rPr lang="en-IN" dirty="0">
                <a:solidFill>
                  <a:schemeClr val="bg1">
                    <a:lumMod val="95000"/>
                    <a:lumOff val="5000"/>
                  </a:schemeClr>
                </a:solidFill>
              </a:rPr>
              <a:t>video = cv2.VideoCapture(0)</a:t>
            </a:r>
          </a:p>
          <a:p>
            <a:endParaRPr lang="en-IN" dirty="0">
              <a:solidFill>
                <a:schemeClr val="bg1">
                  <a:lumMod val="95000"/>
                  <a:lumOff val="5000"/>
                </a:schemeClr>
              </a:solidFill>
            </a:endParaRPr>
          </a:p>
          <a:p>
            <a:r>
              <a:rPr lang="en-IN" dirty="0">
                <a:solidFill>
                  <a:schemeClr val="bg1">
                    <a:lumMod val="95000"/>
                    <a:lumOff val="5000"/>
                  </a:schemeClr>
                </a:solidFill>
              </a:rPr>
              <a:t># FACE: Detect face from frame</a:t>
            </a:r>
          </a:p>
          <a:p>
            <a:r>
              <a:rPr lang="en-IN" dirty="0">
                <a:solidFill>
                  <a:schemeClr val="bg1">
                    <a:lumMod val="95000"/>
                    <a:lumOff val="5000"/>
                  </a:schemeClr>
                </a:solidFill>
              </a:rPr>
              <a:t>faces = </a:t>
            </a:r>
            <a:r>
              <a:rPr lang="en-IN" dirty="0" err="1">
                <a:solidFill>
                  <a:schemeClr val="bg1">
                    <a:lumMod val="95000"/>
                    <a:lumOff val="5000"/>
                  </a:schemeClr>
                </a:solidFill>
              </a:rPr>
              <a:t>faceNet.detectMultiScale</a:t>
            </a:r>
            <a:r>
              <a:rPr lang="en-IN" dirty="0">
                <a:solidFill>
                  <a:schemeClr val="bg1">
                    <a:lumMod val="95000"/>
                    <a:lumOff val="5000"/>
                  </a:schemeClr>
                </a:solidFill>
              </a:rPr>
              <a:t>(frame)</a:t>
            </a:r>
          </a:p>
          <a:p>
            <a:endParaRPr lang="en-IN" dirty="0">
              <a:solidFill>
                <a:schemeClr val="bg1">
                  <a:lumMod val="95000"/>
                  <a:lumOff val="5000"/>
                </a:schemeClr>
              </a:solidFill>
            </a:endParaRPr>
          </a:p>
          <a:p>
            <a:r>
              <a:rPr lang="en-IN" dirty="0">
                <a:solidFill>
                  <a:schemeClr val="bg1">
                    <a:lumMod val="95000"/>
                    <a:lumOff val="5000"/>
                  </a:schemeClr>
                </a:solidFill>
              </a:rPr>
              <a:t># MASK: Predict mask or no mask</a:t>
            </a:r>
          </a:p>
          <a:p>
            <a:r>
              <a:rPr lang="en-IN" dirty="0">
                <a:solidFill>
                  <a:schemeClr val="bg1">
                    <a:lumMod val="95000"/>
                    <a:lumOff val="5000"/>
                  </a:schemeClr>
                </a:solidFill>
              </a:rPr>
              <a:t>mask, </a:t>
            </a:r>
            <a:r>
              <a:rPr lang="en-IN" dirty="0" err="1">
                <a:solidFill>
                  <a:schemeClr val="bg1">
                    <a:lumMod val="95000"/>
                    <a:lumOff val="5000"/>
                  </a:schemeClr>
                </a:solidFill>
              </a:rPr>
              <a:t>withoutMask</a:t>
            </a:r>
            <a:r>
              <a:rPr lang="en-IN" dirty="0">
                <a:solidFill>
                  <a:schemeClr val="bg1">
                    <a:lumMod val="95000"/>
                    <a:lumOff val="5000"/>
                  </a:schemeClr>
                </a:solidFill>
              </a:rPr>
              <a:t> = </a:t>
            </a:r>
            <a:r>
              <a:rPr lang="en-IN" dirty="0" err="1">
                <a:solidFill>
                  <a:schemeClr val="bg1">
                    <a:lumMod val="95000"/>
                    <a:lumOff val="5000"/>
                  </a:schemeClr>
                </a:solidFill>
              </a:rPr>
              <a:t>model.predict</a:t>
            </a:r>
            <a:r>
              <a:rPr lang="en-IN" dirty="0">
                <a:solidFill>
                  <a:schemeClr val="bg1">
                    <a:lumMod val="95000"/>
                    <a:lumOff val="5000"/>
                  </a:schemeClr>
                </a:solidFill>
              </a:rPr>
              <a:t>(face)</a:t>
            </a:r>
          </a:p>
          <a:p>
            <a:endParaRPr lang="en-IN" dirty="0">
              <a:solidFill>
                <a:schemeClr val="bg1">
                  <a:lumMod val="95000"/>
                  <a:lumOff val="5000"/>
                </a:schemeClr>
              </a:solidFill>
            </a:endParaRPr>
          </a:p>
          <a:p>
            <a:r>
              <a:rPr lang="en-IN" dirty="0">
                <a:solidFill>
                  <a:schemeClr val="bg1">
                    <a:lumMod val="95000"/>
                    <a:lumOff val="5000"/>
                  </a:schemeClr>
                </a:solidFill>
              </a:rPr>
              <a:t># WITH MASK: Display green label</a:t>
            </a:r>
          </a:p>
          <a:p>
            <a:r>
              <a:rPr lang="en-IN" dirty="0">
                <a:solidFill>
                  <a:schemeClr val="bg1">
                    <a:lumMod val="95000"/>
                    <a:lumOff val="5000"/>
                  </a:schemeClr>
                </a:solidFill>
              </a:rPr>
              <a:t>cv2.putText(frame, "Mask", (x, y),</a:t>
            </a:r>
          </a:p>
          <a:p>
            <a:r>
              <a:rPr lang="en-IN" dirty="0">
                <a:solidFill>
                  <a:schemeClr val="bg1">
                    <a:lumMod val="95000"/>
                    <a:lumOff val="5000"/>
                  </a:schemeClr>
                </a:solidFill>
              </a:rPr>
              <a:t>            cv2.FONT_HERSHEY_SIMPLEX, 0.8, (0,255,0), 2)</a:t>
            </a:r>
          </a:p>
          <a:p>
            <a:endParaRPr lang="en-IN" dirty="0">
              <a:solidFill>
                <a:schemeClr val="bg1">
                  <a:lumMod val="95000"/>
                  <a:lumOff val="5000"/>
                </a:schemeClr>
              </a:solidFill>
            </a:endParaRPr>
          </a:p>
          <a:p>
            <a:r>
              <a:rPr lang="en-IN" dirty="0">
                <a:solidFill>
                  <a:schemeClr val="bg1">
                    <a:lumMod val="95000"/>
                    <a:lumOff val="5000"/>
                  </a:schemeClr>
                </a:solidFill>
              </a:rPr>
              <a:t># WITHOUT MASK: Display red label</a:t>
            </a:r>
          </a:p>
          <a:p>
            <a:r>
              <a:rPr lang="en-IN" dirty="0">
                <a:solidFill>
                  <a:schemeClr val="bg1">
                    <a:lumMod val="95000"/>
                    <a:lumOff val="5000"/>
                  </a:schemeClr>
                </a:solidFill>
              </a:rPr>
              <a:t>cv2.putText(frame, "No Mask", (x, y),</a:t>
            </a:r>
          </a:p>
          <a:p>
            <a:r>
              <a:rPr lang="en-IN" dirty="0">
                <a:solidFill>
                  <a:schemeClr val="bg1">
                    <a:lumMod val="95000"/>
                    <a:lumOff val="5000"/>
                  </a:schemeClr>
                </a:solidFill>
              </a:rPr>
              <a:t>            cv2.FONT_HERSHEY_SIMPLEX, 0.8, (0,0,255), 2)</a:t>
            </a:r>
          </a:p>
          <a:p>
            <a:endParaRPr lang="en-IN" dirty="0">
              <a:solidFill>
                <a:schemeClr val="bg1">
                  <a:lumMod val="95000"/>
                  <a:lumOff val="5000"/>
                </a:schemeClr>
              </a:solidFill>
            </a:endParaRPr>
          </a:p>
          <a:p>
            <a:r>
              <a:rPr lang="en-IN" dirty="0">
                <a:solidFill>
                  <a:schemeClr val="bg1">
                    <a:lumMod val="95000"/>
                    <a:lumOff val="5000"/>
                  </a:schemeClr>
                </a:solidFill>
              </a:rPr>
              <a:t># SHOW OUTPUT ON SCREEN</a:t>
            </a:r>
          </a:p>
          <a:p>
            <a:r>
              <a:rPr lang="en-IN" dirty="0">
                <a:solidFill>
                  <a:schemeClr val="bg1">
                    <a:lumMod val="95000"/>
                    <a:lumOff val="5000"/>
                  </a:schemeClr>
                </a:solidFill>
              </a:rPr>
              <a:t>cv2.imshow("Face Mask Detection", frame)</a:t>
            </a:r>
          </a:p>
        </p:txBody>
      </p:sp>
      <p:sp>
        <p:nvSpPr>
          <p:cNvPr id="3" name="TextBox 2">
            <a:extLst>
              <a:ext uri="{FF2B5EF4-FFF2-40B4-BE49-F238E27FC236}">
                <a16:creationId xmlns:a16="http://schemas.microsoft.com/office/drawing/2014/main" id="{DE3FD4D0-C0B2-80CF-E071-62A723EF1CCC}"/>
              </a:ext>
            </a:extLst>
          </p:cNvPr>
          <p:cNvSpPr txBox="1"/>
          <p:nvPr/>
        </p:nvSpPr>
        <p:spPr>
          <a:xfrm>
            <a:off x="1560442" y="411370"/>
            <a:ext cx="7812157" cy="707886"/>
          </a:xfrm>
          <a:prstGeom prst="rect">
            <a:avLst/>
          </a:prstGeom>
          <a:noFill/>
        </p:spPr>
        <p:txBody>
          <a:bodyPr wrap="square" rtlCol="0">
            <a:spAutoFit/>
          </a:bodyPr>
          <a:lstStyle/>
          <a:p>
            <a:r>
              <a:rPr lang="en-IN" sz="4000" u="sng" dirty="0">
                <a:latin typeface="Algerian" panose="04020705040A02060702" pitchFamily="82" charset="0"/>
              </a:rPr>
              <a:t>CODE WITH COMMANDS</a:t>
            </a:r>
          </a:p>
        </p:txBody>
      </p:sp>
    </p:spTree>
    <p:extLst>
      <p:ext uri="{BB962C8B-B14F-4D97-AF65-F5344CB8AC3E}">
        <p14:creationId xmlns:p14="http://schemas.microsoft.com/office/powerpoint/2010/main" val="5599235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306D5D-71B3-8EB7-7553-B130290BFCDD}"/>
              </a:ext>
            </a:extLst>
          </p:cNvPr>
          <p:cNvSpPr/>
          <p:nvPr/>
        </p:nvSpPr>
        <p:spPr>
          <a:xfrm>
            <a:off x="5675243" y="144118"/>
            <a:ext cx="1918252" cy="576470"/>
          </a:xfrm>
          <a:prstGeom prst="rect">
            <a:avLst/>
          </a:prstGeom>
          <a:solidFill>
            <a:schemeClr val="tx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START </a:t>
            </a:r>
          </a:p>
        </p:txBody>
      </p:sp>
      <p:cxnSp>
        <p:nvCxnSpPr>
          <p:cNvPr id="15" name="Straight Connector 14">
            <a:extLst>
              <a:ext uri="{FF2B5EF4-FFF2-40B4-BE49-F238E27FC236}">
                <a16:creationId xmlns:a16="http://schemas.microsoft.com/office/drawing/2014/main" id="{AF8DC917-A551-D4EE-3317-C223A5B98A48}"/>
              </a:ext>
            </a:extLst>
          </p:cNvPr>
          <p:cNvCxnSpPr>
            <a:cxnSpLocks/>
            <a:stCxn id="2" idx="2"/>
          </p:cNvCxnSpPr>
          <p:nvPr/>
        </p:nvCxnSpPr>
        <p:spPr>
          <a:xfrm>
            <a:off x="6634369" y="720588"/>
            <a:ext cx="0" cy="337931"/>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Straight Connector 16">
            <a:extLst>
              <a:ext uri="{FF2B5EF4-FFF2-40B4-BE49-F238E27FC236}">
                <a16:creationId xmlns:a16="http://schemas.microsoft.com/office/drawing/2014/main" id="{1077DFB4-6E93-4829-E925-58D2F5F2F76F}"/>
              </a:ext>
            </a:extLst>
          </p:cNvPr>
          <p:cNvCxnSpPr>
            <a:cxnSpLocks/>
          </p:cNvCxnSpPr>
          <p:nvPr/>
        </p:nvCxnSpPr>
        <p:spPr>
          <a:xfrm flipH="1">
            <a:off x="6634368" y="1764197"/>
            <a:ext cx="1" cy="409988"/>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Connector 18">
            <a:extLst>
              <a:ext uri="{FF2B5EF4-FFF2-40B4-BE49-F238E27FC236}">
                <a16:creationId xmlns:a16="http://schemas.microsoft.com/office/drawing/2014/main" id="{4E6122C4-3D75-E4BC-1A6C-886344D5652C}"/>
              </a:ext>
            </a:extLst>
          </p:cNvPr>
          <p:cNvCxnSpPr>
            <a:cxnSpLocks/>
          </p:cNvCxnSpPr>
          <p:nvPr/>
        </p:nvCxnSpPr>
        <p:spPr>
          <a:xfrm flipH="1">
            <a:off x="6634367" y="2551872"/>
            <a:ext cx="1" cy="201268"/>
          </a:xfrm>
          <a:prstGeom prst="line">
            <a:avLst/>
          </a:prstGeom>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DB46736A-EA8D-D1D2-5666-3175A4E7E980}"/>
              </a:ext>
            </a:extLst>
          </p:cNvPr>
          <p:cNvCxnSpPr/>
          <p:nvPr/>
        </p:nvCxnSpPr>
        <p:spPr>
          <a:xfrm>
            <a:off x="6634367" y="2773018"/>
            <a:ext cx="3801720" cy="0"/>
          </a:xfrm>
          <a:prstGeom prst="line">
            <a:avLst/>
          </a:prstGeom>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06E4BCE0-B105-429A-F3B8-47444EB99518}"/>
              </a:ext>
            </a:extLst>
          </p:cNvPr>
          <p:cNvCxnSpPr/>
          <p:nvPr/>
        </p:nvCxnSpPr>
        <p:spPr>
          <a:xfrm flipH="1" flipV="1">
            <a:off x="2290969" y="2753140"/>
            <a:ext cx="4343398" cy="19878"/>
          </a:xfrm>
          <a:prstGeom prst="line">
            <a:avLst/>
          </a:prstGeom>
        </p:spPr>
        <p:style>
          <a:lnRef idx="2">
            <a:schemeClr val="dk1"/>
          </a:lnRef>
          <a:fillRef idx="0">
            <a:schemeClr val="dk1"/>
          </a:fillRef>
          <a:effectRef idx="1">
            <a:schemeClr val="dk1"/>
          </a:effectRef>
          <a:fontRef idx="minor">
            <a:schemeClr val="tx1"/>
          </a:fontRef>
        </p:style>
      </p:cxnSp>
      <p:cxnSp>
        <p:nvCxnSpPr>
          <p:cNvPr id="25" name="Straight Connector 24">
            <a:extLst>
              <a:ext uri="{FF2B5EF4-FFF2-40B4-BE49-F238E27FC236}">
                <a16:creationId xmlns:a16="http://schemas.microsoft.com/office/drawing/2014/main" id="{A4056668-0618-81F0-5FA7-E69F33DF0316}"/>
              </a:ext>
            </a:extLst>
          </p:cNvPr>
          <p:cNvCxnSpPr/>
          <p:nvPr/>
        </p:nvCxnSpPr>
        <p:spPr>
          <a:xfrm>
            <a:off x="10436087" y="2763079"/>
            <a:ext cx="0" cy="253447"/>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7" name="Straight Connector 26">
            <a:extLst>
              <a:ext uri="{FF2B5EF4-FFF2-40B4-BE49-F238E27FC236}">
                <a16:creationId xmlns:a16="http://schemas.microsoft.com/office/drawing/2014/main" id="{67A30F8D-34E4-533C-FE56-884AAA1D2298}"/>
              </a:ext>
            </a:extLst>
          </p:cNvPr>
          <p:cNvCxnSpPr>
            <a:cxnSpLocks/>
          </p:cNvCxnSpPr>
          <p:nvPr/>
        </p:nvCxnSpPr>
        <p:spPr>
          <a:xfrm>
            <a:off x="7176050" y="2773018"/>
            <a:ext cx="13255" cy="238539"/>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Connector 28">
            <a:extLst>
              <a:ext uri="{FF2B5EF4-FFF2-40B4-BE49-F238E27FC236}">
                <a16:creationId xmlns:a16="http://schemas.microsoft.com/office/drawing/2014/main" id="{84C8118A-BFB3-1596-8162-DC22E9F74685}"/>
              </a:ext>
            </a:extLst>
          </p:cNvPr>
          <p:cNvCxnSpPr>
            <a:cxnSpLocks/>
          </p:cNvCxnSpPr>
          <p:nvPr/>
        </p:nvCxnSpPr>
        <p:spPr>
          <a:xfrm flipH="1">
            <a:off x="4611757" y="2773018"/>
            <a:ext cx="9111" cy="233568"/>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2" name="Straight Connector 31">
            <a:extLst>
              <a:ext uri="{FF2B5EF4-FFF2-40B4-BE49-F238E27FC236}">
                <a16:creationId xmlns:a16="http://schemas.microsoft.com/office/drawing/2014/main" id="{06E51C2E-75C8-2FDF-84F0-45C80AB01F0C}"/>
              </a:ext>
            </a:extLst>
          </p:cNvPr>
          <p:cNvCxnSpPr>
            <a:cxnSpLocks/>
          </p:cNvCxnSpPr>
          <p:nvPr/>
        </p:nvCxnSpPr>
        <p:spPr>
          <a:xfrm>
            <a:off x="2290969" y="2753140"/>
            <a:ext cx="1" cy="263386"/>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Straight Connector 37">
            <a:extLst>
              <a:ext uri="{FF2B5EF4-FFF2-40B4-BE49-F238E27FC236}">
                <a16:creationId xmlns:a16="http://schemas.microsoft.com/office/drawing/2014/main" id="{D1C68F94-A93A-835D-8C71-5B9CF04EA1BF}"/>
              </a:ext>
            </a:extLst>
          </p:cNvPr>
          <p:cNvCxnSpPr>
            <a:cxnSpLocks/>
          </p:cNvCxnSpPr>
          <p:nvPr/>
        </p:nvCxnSpPr>
        <p:spPr>
          <a:xfrm flipH="1">
            <a:off x="2290969" y="3394213"/>
            <a:ext cx="1" cy="740462"/>
          </a:xfrm>
          <a:prstGeom prst="line">
            <a:avLst/>
          </a:prstGeom>
        </p:spPr>
        <p:style>
          <a:lnRef idx="2">
            <a:schemeClr val="dk1"/>
          </a:lnRef>
          <a:fillRef idx="0">
            <a:schemeClr val="dk1"/>
          </a:fillRef>
          <a:effectRef idx="1">
            <a:schemeClr val="dk1"/>
          </a:effectRef>
          <a:fontRef idx="minor">
            <a:schemeClr val="tx1"/>
          </a:fontRef>
        </p:style>
      </p:cxnSp>
      <p:cxnSp>
        <p:nvCxnSpPr>
          <p:cNvPr id="40" name="Straight Connector 39">
            <a:extLst>
              <a:ext uri="{FF2B5EF4-FFF2-40B4-BE49-F238E27FC236}">
                <a16:creationId xmlns:a16="http://schemas.microsoft.com/office/drawing/2014/main" id="{1EE36805-B3A3-FC4B-10F3-19996A986B97}"/>
              </a:ext>
            </a:extLst>
          </p:cNvPr>
          <p:cNvCxnSpPr>
            <a:cxnSpLocks/>
          </p:cNvCxnSpPr>
          <p:nvPr/>
        </p:nvCxnSpPr>
        <p:spPr>
          <a:xfrm>
            <a:off x="2290969" y="4134675"/>
            <a:ext cx="2877378" cy="1"/>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2" name="Straight Arrow Connector 41">
            <a:extLst>
              <a:ext uri="{FF2B5EF4-FFF2-40B4-BE49-F238E27FC236}">
                <a16:creationId xmlns:a16="http://schemas.microsoft.com/office/drawing/2014/main" id="{05EC5524-A5B4-F1E8-6710-3A42A1D87730}"/>
              </a:ext>
            </a:extLst>
          </p:cNvPr>
          <p:cNvCxnSpPr/>
          <p:nvPr/>
        </p:nvCxnSpPr>
        <p:spPr>
          <a:xfrm>
            <a:off x="5327374" y="3384273"/>
            <a:ext cx="0" cy="409988"/>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4" name="Straight Arrow Connector 43">
            <a:extLst>
              <a:ext uri="{FF2B5EF4-FFF2-40B4-BE49-F238E27FC236}">
                <a16:creationId xmlns:a16="http://schemas.microsoft.com/office/drawing/2014/main" id="{1C710A35-9AF8-E764-2087-C343623B4BBE}"/>
              </a:ext>
            </a:extLst>
          </p:cNvPr>
          <p:cNvCxnSpPr>
            <a:cxnSpLocks/>
          </p:cNvCxnSpPr>
          <p:nvPr/>
        </p:nvCxnSpPr>
        <p:spPr>
          <a:xfrm>
            <a:off x="7189305" y="3389244"/>
            <a:ext cx="0" cy="40501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0" name="Straight Connector 49">
            <a:extLst>
              <a:ext uri="{FF2B5EF4-FFF2-40B4-BE49-F238E27FC236}">
                <a16:creationId xmlns:a16="http://schemas.microsoft.com/office/drawing/2014/main" id="{964F8913-365C-7011-3F36-B1E039AF64F4}"/>
              </a:ext>
            </a:extLst>
          </p:cNvPr>
          <p:cNvCxnSpPr/>
          <p:nvPr/>
        </p:nvCxnSpPr>
        <p:spPr>
          <a:xfrm>
            <a:off x="10436087" y="3528392"/>
            <a:ext cx="0" cy="606283"/>
          </a:xfrm>
          <a:prstGeom prst="line">
            <a:avLst/>
          </a:prstGeom>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1A806080-FD8F-5AE2-66E6-0D5818CE49F8}"/>
              </a:ext>
            </a:extLst>
          </p:cNvPr>
          <p:cNvCxnSpPr>
            <a:cxnSpLocks/>
          </p:cNvCxnSpPr>
          <p:nvPr/>
        </p:nvCxnSpPr>
        <p:spPr>
          <a:xfrm flipH="1">
            <a:off x="8259417" y="4134675"/>
            <a:ext cx="2176670" cy="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4" name="Straight Connector 53">
            <a:extLst>
              <a:ext uri="{FF2B5EF4-FFF2-40B4-BE49-F238E27FC236}">
                <a16:creationId xmlns:a16="http://schemas.microsoft.com/office/drawing/2014/main" id="{F8BA9924-7B8A-A285-5D44-BB2146628CE7}"/>
              </a:ext>
            </a:extLst>
          </p:cNvPr>
          <p:cNvCxnSpPr>
            <a:cxnSpLocks/>
          </p:cNvCxnSpPr>
          <p:nvPr/>
        </p:nvCxnSpPr>
        <p:spPr>
          <a:xfrm>
            <a:off x="6713882" y="4475090"/>
            <a:ext cx="0" cy="166485"/>
          </a:xfrm>
          <a:prstGeom prst="line">
            <a:avLst/>
          </a:prstGeom>
        </p:spPr>
        <p:style>
          <a:lnRef idx="2">
            <a:schemeClr val="dk1"/>
          </a:lnRef>
          <a:fillRef idx="0">
            <a:schemeClr val="dk1"/>
          </a:fillRef>
          <a:effectRef idx="1">
            <a:schemeClr val="dk1"/>
          </a:effectRef>
          <a:fontRef idx="minor">
            <a:schemeClr val="tx1"/>
          </a:fontRef>
        </p:style>
      </p:cxnSp>
      <p:cxnSp>
        <p:nvCxnSpPr>
          <p:cNvPr id="58" name="Straight Arrow Connector 57">
            <a:extLst>
              <a:ext uri="{FF2B5EF4-FFF2-40B4-BE49-F238E27FC236}">
                <a16:creationId xmlns:a16="http://schemas.microsoft.com/office/drawing/2014/main" id="{630E4636-1DE3-30CD-CB74-4D211969CBF7}"/>
              </a:ext>
            </a:extLst>
          </p:cNvPr>
          <p:cNvCxnSpPr>
            <a:cxnSpLocks/>
          </p:cNvCxnSpPr>
          <p:nvPr/>
        </p:nvCxnSpPr>
        <p:spPr>
          <a:xfrm>
            <a:off x="3672509" y="4641575"/>
            <a:ext cx="0" cy="14908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Straight Connector 59">
            <a:extLst>
              <a:ext uri="{FF2B5EF4-FFF2-40B4-BE49-F238E27FC236}">
                <a16:creationId xmlns:a16="http://schemas.microsoft.com/office/drawing/2014/main" id="{D75CF14D-A51B-A100-ADC2-119AA8544DE5}"/>
              </a:ext>
            </a:extLst>
          </p:cNvPr>
          <p:cNvCxnSpPr/>
          <p:nvPr/>
        </p:nvCxnSpPr>
        <p:spPr>
          <a:xfrm>
            <a:off x="6713882" y="4641575"/>
            <a:ext cx="3087757" cy="0"/>
          </a:xfrm>
          <a:prstGeom prst="line">
            <a:avLst/>
          </a:prstGeom>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C0A83D44-45D9-6A36-8189-E1F76490568A}"/>
              </a:ext>
            </a:extLst>
          </p:cNvPr>
          <p:cNvCxnSpPr>
            <a:cxnSpLocks/>
          </p:cNvCxnSpPr>
          <p:nvPr/>
        </p:nvCxnSpPr>
        <p:spPr>
          <a:xfrm>
            <a:off x="9801639" y="4641575"/>
            <a:ext cx="0" cy="14908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4" name="Straight Connector 63">
            <a:extLst>
              <a:ext uri="{FF2B5EF4-FFF2-40B4-BE49-F238E27FC236}">
                <a16:creationId xmlns:a16="http://schemas.microsoft.com/office/drawing/2014/main" id="{16F67EA1-96E5-BC52-186A-AE619CCB1553}"/>
              </a:ext>
            </a:extLst>
          </p:cNvPr>
          <p:cNvCxnSpPr/>
          <p:nvPr/>
        </p:nvCxnSpPr>
        <p:spPr>
          <a:xfrm flipH="1">
            <a:off x="3672509" y="4641575"/>
            <a:ext cx="3041373" cy="0"/>
          </a:xfrm>
          <a:prstGeom prst="line">
            <a:avLst/>
          </a:prstGeom>
        </p:spPr>
        <p:style>
          <a:lnRef idx="2">
            <a:schemeClr val="dk1"/>
          </a:lnRef>
          <a:fillRef idx="0">
            <a:schemeClr val="dk1"/>
          </a:fillRef>
          <a:effectRef idx="1">
            <a:schemeClr val="dk1"/>
          </a:effectRef>
          <a:fontRef idx="minor">
            <a:schemeClr val="tx1"/>
          </a:fontRef>
        </p:style>
      </p:cxnSp>
      <p:cxnSp>
        <p:nvCxnSpPr>
          <p:cNvPr id="66" name="Straight Connector 65">
            <a:extLst>
              <a:ext uri="{FF2B5EF4-FFF2-40B4-BE49-F238E27FC236}">
                <a16:creationId xmlns:a16="http://schemas.microsoft.com/office/drawing/2014/main" id="{4D2FF0B7-64CC-A0BD-C2E2-4DE8D547B9F9}"/>
              </a:ext>
            </a:extLst>
          </p:cNvPr>
          <p:cNvCxnSpPr>
            <a:cxnSpLocks/>
          </p:cNvCxnSpPr>
          <p:nvPr/>
        </p:nvCxnSpPr>
        <p:spPr>
          <a:xfrm>
            <a:off x="3672509" y="5387009"/>
            <a:ext cx="0" cy="427383"/>
          </a:xfrm>
          <a:prstGeom prst="line">
            <a:avLst/>
          </a:prstGeom>
        </p:spPr>
        <p:style>
          <a:lnRef idx="2">
            <a:schemeClr val="dk1"/>
          </a:lnRef>
          <a:fillRef idx="0">
            <a:schemeClr val="dk1"/>
          </a:fillRef>
          <a:effectRef idx="1">
            <a:schemeClr val="dk1"/>
          </a:effectRef>
          <a:fontRef idx="minor">
            <a:schemeClr val="tx1"/>
          </a:fontRef>
        </p:style>
      </p:cxnSp>
      <p:cxnSp>
        <p:nvCxnSpPr>
          <p:cNvPr id="68" name="Straight Connector 67">
            <a:extLst>
              <a:ext uri="{FF2B5EF4-FFF2-40B4-BE49-F238E27FC236}">
                <a16:creationId xmlns:a16="http://schemas.microsoft.com/office/drawing/2014/main" id="{41ABF496-6D2D-F978-4D6A-2DA37E5135DC}"/>
              </a:ext>
            </a:extLst>
          </p:cNvPr>
          <p:cNvCxnSpPr>
            <a:cxnSpLocks/>
          </p:cNvCxnSpPr>
          <p:nvPr/>
        </p:nvCxnSpPr>
        <p:spPr>
          <a:xfrm>
            <a:off x="3672509" y="5814392"/>
            <a:ext cx="1787385"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0" name="Straight Connector 69">
            <a:extLst>
              <a:ext uri="{FF2B5EF4-FFF2-40B4-BE49-F238E27FC236}">
                <a16:creationId xmlns:a16="http://schemas.microsoft.com/office/drawing/2014/main" id="{4E1115C0-FA74-B157-D2BE-69EB3E013B99}"/>
              </a:ext>
            </a:extLst>
          </p:cNvPr>
          <p:cNvCxnSpPr>
            <a:cxnSpLocks/>
          </p:cNvCxnSpPr>
          <p:nvPr/>
        </p:nvCxnSpPr>
        <p:spPr>
          <a:xfrm>
            <a:off x="9801639" y="5387009"/>
            <a:ext cx="0" cy="347870"/>
          </a:xfrm>
          <a:prstGeom prst="line">
            <a:avLst/>
          </a:prstGeom>
        </p:spPr>
        <p:style>
          <a:lnRef idx="2">
            <a:schemeClr val="dk1"/>
          </a:lnRef>
          <a:fillRef idx="0">
            <a:schemeClr val="dk1"/>
          </a:fillRef>
          <a:effectRef idx="1">
            <a:schemeClr val="dk1"/>
          </a:effectRef>
          <a:fontRef idx="minor">
            <a:schemeClr val="tx1"/>
          </a:fontRef>
        </p:style>
      </p:cxnSp>
      <p:cxnSp>
        <p:nvCxnSpPr>
          <p:cNvPr id="74" name="Straight Connector 73">
            <a:extLst>
              <a:ext uri="{FF2B5EF4-FFF2-40B4-BE49-F238E27FC236}">
                <a16:creationId xmlns:a16="http://schemas.microsoft.com/office/drawing/2014/main" id="{0D59471C-6100-C4AC-7292-E4675AB1A180}"/>
              </a:ext>
            </a:extLst>
          </p:cNvPr>
          <p:cNvCxnSpPr/>
          <p:nvPr/>
        </p:nvCxnSpPr>
        <p:spPr>
          <a:xfrm flipH="1">
            <a:off x="7808842" y="5734879"/>
            <a:ext cx="1992797"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6" name="Straight Connector 75">
            <a:extLst>
              <a:ext uri="{FF2B5EF4-FFF2-40B4-BE49-F238E27FC236}">
                <a16:creationId xmlns:a16="http://schemas.microsoft.com/office/drawing/2014/main" id="{FCE06150-F190-AA5B-3047-326720E2A87A}"/>
              </a:ext>
            </a:extLst>
          </p:cNvPr>
          <p:cNvCxnSpPr>
            <a:cxnSpLocks/>
          </p:cNvCxnSpPr>
          <p:nvPr/>
        </p:nvCxnSpPr>
        <p:spPr>
          <a:xfrm>
            <a:off x="6634368" y="6112566"/>
            <a:ext cx="0" cy="372717"/>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Rectangle 13">
            <a:extLst>
              <a:ext uri="{FF2B5EF4-FFF2-40B4-BE49-F238E27FC236}">
                <a16:creationId xmlns:a16="http://schemas.microsoft.com/office/drawing/2014/main" id="{5C79F11E-5969-82A2-D397-EC9CC6BF0BCD}"/>
              </a:ext>
            </a:extLst>
          </p:cNvPr>
          <p:cNvSpPr/>
          <p:nvPr/>
        </p:nvSpPr>
        <p:spPr>
          <a:xfrm>
            <a:off x="5168347" y="1058519"/>
            <a:ext cx="2902224" cy="71810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PYTHON PROGRAM</a:t>
            </a:r>
          </a:p>
          <a:p>
            <a:pPr algn="ctr"/>
            <a:r>
              <a:rPr lang="en-US" dirty="0"/>
              <a:t>(MASK DETECTION CODE)</a:t>
            </a:r>
            <a:endParaRPr lang="en-IN" dirty="0"/>
          </a:p>
        </p:txBody>
      </p:sp>
      <p:sp>
        <p:nvSpPr>
          <p:cNvPr id="20" name="Rectangle 19">
            <a:extLst>
              <a:ext uri="{FF2B5EF4-FFF2-40B4-BE49-F238E27FC236}">
                <a16:creationId xmlns:a16="http://schemas.microsoft.com/office/drawing/2014/main" id="{9737A5B0-7318-49DE-4932-4890A2D387FB}"/>
              </a:ext>
            </a:extLst>
          </p:cNvPr>
          <p:cNvSpPr/>
          <p:nvPr/>
        </p:nvSpPr>
        <p:spPr>
          <a:xfrm>
            <a:off x="5459894" y="2174185"/>
            <a:ext cx="2348944" cy="3851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COMMANDS</a:t>
            </a:r>
            <a:endParaRPr lang="en-IN" dirty="0"/>
          </a:p>
        </p:txBody>
      </p:sp>
      <p:sp>
        <p:nvSpPr>
          <p:cNvPr id="22" name="Rectangle 21">
            <a:extLst>
              <a:ext uri="{FF2B5EF4-FFF2-40B4-BE49-F238E27FC236}">
                <a16:creationId xmlns:a16="http://schemas.microsoft.com/office/drawing/2014/main" id="{EB96CB7A-7161-5C18-A1FD-2828A10A0ABD}"/>
              </a:ext>
            </a:extLst>
          </p:cNvPr>
          <p:cNvSpPr/>
          <p:nvPr/>
        </p:nvSpPr>
        <p:spPr>
          <a:xfrm>
            <a:off x="1321904" y="3006586"/>
            <a:ext cx="1964623" cy="3876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WITH FACE</a:t>
            </a:r>
            <a:endParaRPr lang="en-IN" dirty="0"/>
          </a:p>
        </p:txBody>
      </p:sp>
      <p:sp>
        <p:nvSpPr>
          <p:cNvPr id="24" name="Rectangle 23">
            <a:extLst>
              <a:ext uri="{FF2B5EF4-FFF2-40B4-BE49-F238E27FC236}">
                <a16:creationId xmlns:a16="http://schemas.microsoft.com/office/drawing/2014/main" id="{EFE15137-34BD-6827-EF5C-8C3181BB350A}"/>
              </a:ext>
            </a:extLst>
          </p:cNvPr>
          <p:cNvSpPr/>
          <p:nvPr/>
        </p:nvSpPr>
        <p:spPr>
          <a:xfrm>
            <a:off x="3672509" y="3016526"/>
            <a:ext cx="1964623" cy="37768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WITH MASK</a:t>
            </a:r>
            <a:endParaRPr lang="en-IN" dirty="0"/>
          </a:p>
        </p:txBody>
      </p:sp>
      <p:sp>
        <p:nvSpPr>
          <p:cNvPr id="26" name="Rectangle 25">
            <a:extLst>
              <a:ext uri="{FF2B5EF4-FFF2-40B4-BE49-F238E27FC236}">
                <a16:creationId xmlns:a16="http://schemas.microsoft.com/office/drawing/2014/main" id="{6E5700C4-88B4-6A04-5546-8E90D6B8C03C}"/>
              </a:ext>
            </a:extLst>
          </p:cNvPr>
          <p:cNvSpPr/>
          <p:nvPr/>
        </p:nvSpPr>
        <p:spPr>
          <a:xfrm>
            <a:off x="6160597" y="3016527"/>
            <a:ext cx="2176669" cy="3727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WITHOUT MASK</a:t>
            </a:r>
            <a:endParaRPr lang="en-IN" dirty="0"/>
          </a:p>
        </p:txBody>
      </p:sp>
      <p:sp>
        <p:nvSpPr>
          <p:cNvPr id="28" name="Rectangle 27">
            <a:extLst>
              <a:ext uri="{FF2B5EF4-FFF2-40B4-BE49-F238E27FC236}">
                <a16:creationId xmlns:a16="http://schemas.microsoft.com/office/drawing/2014/main" id="{E81CD671-F0BB-B2DF-7B26-5F7C011D7FB3}"/>
              </a:ext>
            </a:extLst>
          </p:cNvPr>
          <p:cNvSpPr/>
          <p:nvPr/>
        </p:nvSpPr>
        <p:spPr>
          <a:xfrm>
            <a:off x="8773769" y="3023982"/>
            <a:ext cx="3324636" cy="52180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CAMERA CAPTURE FACE IMAGE</a:t>
            </a:r>
            <a:endParaRPr lang="en-IN" dirty="0"/>
          </a:p>
        </p:txBody>
      </p:sp>
      <p:sp>
        <p:nvSpPr>
          <p:cNvPr id="30" name="Rectangle 29">
            <a:extLst>
              <a:ext uri="{FF2B5EF4-FFF2-40B4-BE49-F238E27FC236}">
                <a16:creationId xmlns:a16="http://schemas.microsoft.com/office/drawing/2014/main" id="{CBE9F06B-579C-2730-5FA0-F89E5E23A97E}"/>
              </a:ext>
            </a:extLst>
          </p:cNvPr>
          <p:cNvSpPr/>
          <p:nvPr/>
        </p:nvSpPr>
        <p:spPr>
          <a:xfrm>
            <a:off x="5168347" y="3764444"/>
            <a:ext cx="3087755" cy="71064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MASK DETECTION</a:t>
            </a:r>
            <a:endParaRPr lang="en-IN" dirty="0"/>
          </a:p>
        </p:txBody>
      </p:sp>
      <p:sp>
        <p:nvSpPr>
          <p:cNvPr id="31" name="Rectangle 30">
            <a:extLst>
              <a:ext uri="{FF2B5EF4-FFF2-40B4-BE49-F238E27FC236}">
                <a16:creationId xmlns:a16="http://schemas.microsoft.com/office/drawing/2014/main" id="{CC1EBA9E-E617-2D2F-B739-61A496770881}"/>
              </a:ext>
            </a:extLst>
          </p:cNvPr>
          <p:cNvSpPr/>
          <p:nvPr/>
        </p:nvSpPr>
        <p:spPr>
          <a:xfrm>
            <a:off x="2524539" y="4790661"/>
            <a:ext cx="2395301" cy="59634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WITH MASK</a:t>
            </a:r>
            <a:endParaRPr lang="en-IN" dirty="0"/>
          </a:p>
        </p:txBody>
      </p:sp>
      <p:sp>
        <p:nvSpPr>
          <p:cNvPr id="33" name="Rectangle 32">
            <a:extLst>
              <a:ext uri="{FF2B5EF4-FFF2-40B4-BE49-F238E27FC236}">
                <a16:creationId xmlns:a16="http://schemas.microsoft.com/office/drawing/2014/main" id="{A53B023F-B013-F941-BBDE-BC1030951319}"/>
              </a:ext>
            </a:extLst>
          </p:cNvPr>
          <p:cNvSpPr/>
          <p:nvPr/>
        </p:nvSpPr>
        <p:spPr>
          <a:xfrm>
            <a:off x="8773769" y="4790661"/>
            <a:ext cx="2318300" cy="6062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WITHOUT MASK</a:t>
            </a:r>
            <a:endParaRPr lang="en-IN" dirty="0"/>
          </a:p>
        </p:txBody>
      </p:sp>
      <p:sp>
        <p:nvSpPr>
          <p:cNvPr id="34" name="Rectangle 33">
            <a:extLst>
              <a:ext uri="{FF2B5EF4-FFF2-40B4-BE49-F238E27FC236}">
                <a16:creationId xmlns:a16="http://schemas.microsoft.com/office/drawing/2014/main" id="{77D47A60-9C8F-5455-B58B-8BF41C9A5D89}"/>
              </a:ext>
            </a:extLst>
          </p:cNvPr>
          <p:cNvSpPr/>
          <p:nvPr/>
        </p:nvSpPr>
        <p:spPr>
          <a:xfrm>
            <a:off x="5459894" y="5287618"/>
            <a:ext cx="2348942" cy="8249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DISPLAY RESULT</a:t>
            </a:r>
            <a:endParaRPr lang="en-IN" dirty="0"/>
          </a:p>
        </p:txBody>
      </p:sp>
      <p:sp>
        <p:nvSpPr>
          <p:cNvPr id="35" name="Rectangle 34">
            <a:extLst>
              <a:ext uri="{FF2B5EF4-FFF2-40B4-BE49-F238E27FC236}">
                <a16:creationId xmlns:a16="http://schemas.microsoft.com/office/drawing/2014/main" id="{03194AEE-09DB-850F-CF19-80B0F3860FE8}"/>
              </a:ext>
            </a:extLst>
          </p:cNvPr>
          <p:cNvSpPr/>
          <p:nvPr/>
        </p:nvSpPr>
        <p:spPr>
          <a:xfrm>
            <a:off x="6160596" y="6485283"/>
            <a:ext cx="1015451" cy="37271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END</a:t>
            </a:r>
            <a:endParaRPr lang="en-IN" dirty="0"/>
          </a:p>
        </p:txBody>
      </p:sp>
      <p:sp>
        <p:nvSpPr>
          <p:cNvPr id="37" name="TextBox 36">
            <a:extLst>
              <a:ext uri="{FF2B5EF4-FFF2-40B4-BE49-F238E27FC236}">
                <a16:creationId xmlns:a16="http://schemas.microsoft.com/office/drawing/2014/main" id="{056FCE06-134D-64CD-4268-513DDDD5272E}"/>
              </a:ext>
            </a:extLst>
          </p:cNvPr>
          <p:cNvSpPr txBox="1"/>
          <p:nvPr/>
        </p:nvSpPr>
        <p:spPr>
          <a:xfrm>
            <a:off x="1339348" y="397276"/>
            <a:ext cx="3281520" cy="707886"/>
          </a:xfrm>
          <a:prstGeom prst="rect">
            <a:avLst/>
          </a:prstGeom>
          <a:noFill/>
        </p:spPr>
        <p:txBody>
          <a:bodyPr wrap="square" rtlCol="0">
            <a:spAutoFit/>
          </a:bodyPr>
          <a:lstStyle/>
          <a:p>
            <a:r>
              <a:rPr lang="en-US" sz="4000" u="sng" dirty="0">
                <a:latin typeface="Algerian" panose="04020705040A02060702" pitchFamily="82" charset="0"/>
              </a:rPr>
              <a:t>FLOWCHART</a:t>
            </a:r>
            <a:endParaRPr lang="en-IN" sz="4000" u="sng" dirty="0">
              <a:latin typeface="Algerian" panose="04020705040A02060702" pitchFamily="82" charset="0"/>
            </a:endParaRPr>
          </a:p>
        </p:txBody>
      </p:sp>
    </p:spTree>
    <p:extLst>
      <p:ext uri="{BB962C8B-B14F-4D97-AF65-F5344CB8AC3E}">
        <p14:creationId xmlns:p14="http://schemas.microsoft.com/office/powerpoint/2010/main" val="6169044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Box 40">
            <a:extLst>
              <a:ext uri="{FF2B5EF4-FFF2-40B4-BE49-F238E27FC236}">
                <a16:creationId xmlns:a16="http://schemas.microsoft.com/office/drawing/2014/main" id="{4304A5EF-A444-AC66-FEEA-5459D37728C4}"/>
              </a:ext>
            </a:extLst>
          </p:cNvPr>
          <p:cNvSpPr txBox="1"/>
          <p:nvPr/>
        </p:nvSpPr>
        <p:spPr>
          <a:xfrm>
            <a:off x="1550504" y="347870"/>
            <a:ext cx="3329609" cy="830997"/>
          </a:xfrm>
          <a:prstGeom prst="rect">
            <a:avLst/>
          </a:prstGeom>
          <a:noFill/>
        </p:spPr>
        <p:txBody>
          <a:bodyPr wrap="square" rtlCol="0">
            <a:spAutoFit/>
          </a:bodyPr>
          <a:lstStyle/>
          <a:p>
            <a:r>
              <a:rPr lang="en-US" sz="4800" u="sng" dirty="0">
                <a:latin typeface="Algerian" panose="04020705040A02060702" pitchFamily="82" charset="0"/>
              </a:rPr>
              <a:t>DIAGRAM</a:t>
            </a:r>
            <a:endParaRPr lang="en-IN" sz="4800" u="sng" dirty="0">
              <a:latin typeface="Algerian" panose="04020705040A02060702" pitchFamily="82" charset="0"/>
            </a:endParaRPr>
          </a:p>
        </p:txBody>
      </p:sp>
      <p:sp>
        <p:nvSpPr>
          <p:cNvPr id="42" name="Rectangle 41">
            <a:extLst>
              <a:ext uri="{FF2B5EF4-FFF2-40B4-BE49-F238E27FC236}">
                <a16:creationId xmlns:a16="http://schemas.microsoft.com/office/drawing/2014/main" id="{ED567DC7-20E2-C93A-46D1-C68248B2F1A0}"/>
              </a:ext>
            </a:extLst>
          </p:cNvPr>
          <p:cNvSpPr/>
          <p:nvPr/>
        </p:nvSpPr>
        <p:spPr>
          <a:xfrm>
            <a:off x="5367131" y="1321904"/>
            <a:ext cx="1649895" cy="480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CAMERA</a:t>
            </a:r>
            <a:endParaRPr lang="en-IN" dirty="0"/>
          </a:p>
        </p:txBody>
      </p:sp>
      <p:sp>
        <p:nvSpPr>
          <p:cNvPr id="43" name="Rectangle 42">
            <a:extLst>
              <a:ext uri="{FF2B5EF4-FFF2-40B4-BE49-F238E27FC236}">
                <a16:creationId xmlns:a16="http://schemas.microsoft.com/office/drawing/2014/main" id="{26849E2F-07A4-8403-630D-F0E6BADBA594}"/>
              </a:ext>
            </a:extLst>
          </p:cNvPr>
          <p:cNvSpPr/>
          <p:nvPr/>
        </p:nvSpPr>
        <p:spPr>
          <a:xfrm>
            <a:off x="4904960" y="2317221"/>
            <a:ext cx="2574236" cy="4801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FACE DETECTION</a:t>
            </a:r>
            <a:endParaRPr lang="en-IN" dirty="0"/>
          </a:p>
        </p:txBody>
      </p:sp>
      <p:sp>
        <p:nvSpPr>
          <p:cNvPr id="44" name="Rectangle 43">
            <a:extLst>
              <a:ext uri="{FF2B5EF4-FFF2-40B4-BE49-F238E27FC236}">
                <a16:creationId xmlns:a16="http://schemas.microsoft.com/office/drawing/2014/main" id="{BA658690-BD2A-ED88-3415-28846801AD15}"/>
              </a:ext>
            </a:extLst>
          </p:cNvPr>
          <p:cNvSpPr/>
          <p:nvPr/>
        </p:nvSpPr>
        <p:spPr>
          <a:xfrm>
            <a:off x="4461840" y="3366286"/>
            <a:ext cx="3460476" cy="69282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MASK DETECTUIN MODEL</a:t>
            </a:r>
          </a:p>
          <a:p>
            <a:pPr algn="ctr"/>
            <a:r>
              <a:rPr lang="en-US" dirty="0"/>
              <a:t>(CNN/TENSORFLOW)</a:t>
            </a:r>
            <a:endParaRPr lang="en-IN" dirty="0"/>
          </a:p>
        </p:txBody>
      </p:sp>
      <p:sp>
        <p:nvSpPr>
          <p:cNvPr id="45" name="Rectangle 44">
            <a:extLst>
              <a:ext uri="{FF2B5EF4-FFF2-40B4-BE49-F238E27FC236}">
                <a16:creationId xmlns:a16="http://schemas.microsoft.com/office/drawing/2014/main" id="{9BF03B77-447F-F6D6-70B4-D7B914FA9A25}"/>
              </a:ext>
            </a:extLst>
          </p:cNvPr>
          <p:cNvSpPr/>
          <p:nvPr/>
        </p:nvSpPr>
        <p:spPr>
          <a:xfrm>
            <a:off x="4825447" y="4708015"/>
            <a:ext cx="2733262" cy="69282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t>OUTPUT SCREEN </a:t>
            </a:r>
          </a:p>
          <a:p>
            <a:pPr algn="ctr"/>
            <a:r>
              <a:rPr lang="en-US" dirty="0"/>
              <a:t>MASK , NO MASK</a:t>
            </a:r>
            <a:endParaRPr lang="en-IN" dirty="0"/>
          </a:p>
        </p:txBody>
      </p:sp>
      <p:cxnSp>
        <p:nvCxnSpPr>
          <p:cNvPr id="47" name="Straight Arrow Connector 46">
            <a:extLst>
              <a:ext uri="{FF2B5EF4-FFF2-40B4-BE49-F238E27FC236}">
                <a16:creationId xmlns:a16="http://schemas.microsoft.com/office/drawing/2014/main" id="{C56C3A31-DB74-7A06-7CEF-19D0291AD921}"/>
              </a:ext>
            </a:extLst>
          </p:cNvPr>
          <p:cNvCxnSpPr>
            <a:stCxn id="42" idx="2"/>
            <a:endCxn id="43" idx="0"/>
          </p:cNvCxnSpPr>
          <p:nvPr/>
        </p:nvCxnSpPr>
        <p:spPr>
          <a:xfrm flipH="1">
            <a:off x="6192078" y="1802008"/>
            <a:ext cx="1" cy="51521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3A646D27-5C59-E5EE-8548-89CCAEA40EF0}"/>
              </a:ext>
            </a:extLst>
          </p:cNvPr>
          <p:cNvCxnSpPr>
            <a:stCxn id="43" idx="2"/>
            <a:endCxn id="44" idx="0"/>
          </p:cNvCxnSpPr>
          <p:nvPr/>
        </p:nvCxnSpPr>
        <p:spPr>
          <a:xfrm>
            <a:off x="6192078" y="2797325"/>
            <a:ext cx="0" cy="56896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3" name="Straight Arrow Connector 52">
            <a:extLst>
              <a:ext uri="{FF2B5EF4-FFF2-40B4-BE49-F238E27FC236}">
                <a16:creationId xmlns:a16="http://schemas.microsoft.com/office/drawing/2014/main" id="{45D7EB7C-E4A0-419B-865C-03734FB2AECA}"/>
              </a:ext>
            </a:extLst>
          </p:cNvPr>
          <p:cNvCxnSpPr>
            <a:stCxn id="44" idx="2"/>
            <a:endCxn id="45" idx="0"/>
          </p:cNvCxnSpPr>
          <p:nvPr/>
        </p:nvCxnSpPr>
        <p:spPr>
          <a:xfrm>
            <a:off x="6192078" y="4059109"/>
            <a:ext cx="0" cy="6489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8098132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A28292-1282-A31E-ECB4-483899082AD6}"/>
              </a:ext>
            </a:extLst>
          </p:cNvPr>
          <p:cNvSpPr txBox="1"/>
          <p:nvPr/>
        </p:nvSpPr>
        <p:spPr>
          <a:xfrm>
            <a:off x="983973" y="685800"/>
            <a:ext cx="10535479" cy="2246769"/>
          </a:xfrm>
          <a:prstGeom prst="rect">
            <a:avLst/>
          </a:prstGeom>
          <a:noFill/>
        </p:spPr>
        <p:txBody>
          <a:bodyPr wrap="square">
            <a:spAutoFit/>
          </a:bodyPr>
          <a:lstStyle/>
          <a:p>
            <a:pPr>
              <a:buNone/>
            </a:pPr>
            <a:r>
              <a:rPr lang="en-US" sz="2000" dirty="0">
                <a:solidFill>
                  <a:schemeClr val="bg1"/>
                </a:solidFill>
              </a:rPr>
              <a:t>The Face Mask Detection project is designed to identify whether a person is wearing a mask or not in real time using a camera. It automatically monitors mask usage without the need for manual checking, making the process faster and more reliable. By using deep learning models and computer vision techniques, the system efficiently detects faces and accurately classifies them as masked or unmasked. This approach significantly reduces human effort while improving accuracy and consistency. The project is highly suitable for deployment in public places such as airports, malls, offices, and security checkpoints, where continuous monitoring is required to ensure safety and compliance.</a:t>
            </a:r>
          </a:p>
        </p:txBody>
      </p:sp>
      <p:sp>
        <p:nvSpPr>
          <p:cNvPr id="5" name="TextBox 4">
            <a:extLst>
              <a:ext uri="{FF2B5EF4-FFF2-40B4-BE49-F238E27FC236}">
                <a16:creationId xmlns:a16="http://schemas.microsoft.com/office/drawing/2014/main" id="{AEA8DB1F-0552-3534-D399-EA82891321B2}"/>
              </a:ext>
            </a:extLst>
          </p:cNvPr>
          <p:cNvSpPr txBox="1"/>
          <p:nvPr/>
        </p:nvSpPr>
        <p:spPr>
          <a:xfrm>
            <a:off x="1200978" y="3429000"/>
            <a:ext cx="9790044" cy="2677656"/>
          </a:xfrm>
          <a:prstGeom prst="rect">
            <a:avLst/>
          </a:prstGeom>
          <a:noFill/>
        </p:spPr>
        <p:txBody>
          <a:bodyPr wrap="square">
            <a:spAutoFit/>
          </a:bodyPr>
          <a:lstStyle/>
          <a:p>
            <a:pPr>
              <a:buNone/>
            </a:pPr>
            <a:r>
              <a:rPr lang="en-US" sz="2400" u="sng" dirty="0">
                <a:latin typeface="Algerian" panose="04020705040A02060702" pitchFamily="82" charset="0"/>
              </a:rPr>
              <a:t>OUTCOMES OF THE PROJECT</a:t>
            </a:r>
          </a:p>
          <a:p>
            <a:pPr>
              <a:buNone/>
            </a:pPr>
            <a:endParaRPr lang="en-US" sz="2400" b="1" dirty="0">
              <a:solidFill>
                <a:schemeClr val="bg1"/>
              </a:solidFill>
              <a:latin typeface="Algerian" panose="04020705040A02060702" pitchFamily="82" charset="0"/>
            </a:endParaRPr>
          </a:p>
          <a:p>
            <a:pPr>
              <a:buFont typeface="Arial" panose="020B0604020202020204" pitchFamily="34" charset="0"/>
              <a:buChar char="•"/>
            </a:pPr>
            <a:r>
              <a:rPr lang="en-US" sz="2400" dirty="0">
                <a:solidFill>
                  <a:schemeClr val="bg1"/>
                </a:solidFill>
              </a:rPr>
              <a:t>Successfully detects </a:t>
            </a:r>
            <a:r>
              <a:rPr lang="en-US" sz="2400" b="1" dirty="0">
                <a:solidFill>
                  <a:schemeClr val="bg1"/>
                </a:solidFill>
              </a:rPr>
              <a:t>masked and unmasked    faces</a:t>
            </a:r>
            <a:endParaRPr lang="en-US" sz="2400" dirty="0">
              <a:solidFill>
                <a:schemeClr val="bg1"/>
              </a:solidFill>
            </a:endParaRPr>
          </a:p>
          <a:p>
            <a:pPr>
              <a:buFont typeface="Arial" panose="020B0604020202020204" pitchFamily="34" charset="0"/>
              <a:buChar char="•"/>
            </a:pPr>
            <a:r>
              <a:rPr lang="en-US" sz="2400" dirty="0">
                <a:solidFill>
                  <a:schemeClr val="bg1"/>
                </a:solidFill>
              </a:rPr>
              <a:t>Real-time performance</a:t>
            </a:r>
          </a:p>
          <a:p>
            <a:pPr>
              <a:buFont typeface="Arial" panose="020B0604020202020204" pitchFamily="34" charset="0"/>
              <a:buChar char="•"/>
            </a:pPr>
            <a:r>
              <a:rPr lang="en-US" sz="2400" dirty="0">
                <a:solidFill>
                  <a:schemeClr val="bg1"/>
                </a:solidFill>
              </a:rPr>
              <a:t>Accurate classification</a:t>
            </a:r>
          </a:p>
          <a:p>
            <a:pPr>
              <a:buFont typeface="Arial" panose="020B0604020202020204" pitchFamily="34" charset="0"/>
              <a:buChar char="•"/>
            </a:pPr>
            <a:r>
              <a:rPr lang="en-US" sz="2400" dirty="0">
                <a:solidFill>
                  <a:schemeClr val="bg1"/>
                </a:solidFill>
              </a:rPr>
              <a:t>Easy to use</a:t>
            </a:r>
          </a:p>
          <a:p>
            <a:pPr>
              <a:buFont typeface="Arial" panose="020B0604020202020204" pitchFamily="34" charset="0"/>
              <a:buChar char="•"/>
            </a:pPr>
            <a:r>
              <a:rPr lang="en-US" sz="2400" dirty="0">
                <a:solidFill>
                  <a:schemeClr val="bg1"/>
                </a:solidFill>
              </a:rPr>
              <a:t>Scalable for real-world deployment</a:t>
            </a:r>
          </a:p>
        </p:txBody>
      </p:sp>
    </p:spTree>
    <p:extLst>
      <p:ext uri="{BB962C8B-B14F-4D97-AF65-F5344CB8AC3E}">
        <p14:creationId xmlns:p14="http://schemas.microsoft.com/office/powerpoint/2010/main" val="10892499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0C7545-A4B2-C6DF-6820-3A64D9332D14}"/>
              </a:ext>
            </a:extLst>
          </p:cNvPr>
          <p:cNvSpPr txBox="1"/>
          <p:nvPr/>
        </p:nvSpPr>
        <p:spPr>
          <a:xfrm>
            <a:off x="1451113" y="486445"/>
            <a:ext cx="8438322" cy="4031873"/>
          </a:xfrm>
          <a:prstGeom prst="rect">
            <a:avLst/>
          </a:prstGeom>
          <a:noFill/>
        </p:spPr>
        <p:txBody>
          <a:bodyPr wrap="square">
            <a:spAutoFit/>
          </a:bodyPr>
          <a:lstStyle/>
          <a:p>
            <a:pPr>
              <a:buNone/>
            </a:pPr>
            <a:r>
              <a:rPr lang="en-US" sz="4000" u="sng" dirty="0">
                <a:latin typeface="Algerian" panose="04020705040A02060702" pitchFamily="82" charset="0"/>
              </a:rPr>
              <a:t>CONCLUSION</a:t>
            </a:r>
          </a:p>
          <a:p>
            <a:pPr>
              <a:buNone/>
            </a:pPr>
            <a:endParaRPr lang="en-US" sz="2400" b="1" dirty="0"/>
          </a:p>
          <a:p>
            <a:pPr>
              <a:buNone/>
            </a:pPr>
            <a:endParaRPr lang="en-US" sz="2400" b="1" dirty="0"/>
          </a:p>
          <a:p>
            <a:pPr>
              <a:buFont typeface="Arial" panose="020B0604020202020204" pitchFamily="34" charset="0"/>
              <a:buChar char="•"/>
            </a:pPr>
            <a:r>
              <a:rPr lang="en-US" sz="2400" dirty="0">
                <a:solidFill>
                  <a:schemeClr val="bg1"/>
                </a:solidFill>
              </a:rPr>
              <a:t>Face Mask Detection is a </a:t>
            </a:r>
            <a:r>
              <a:rPr lang="en-US" sz="2400" b="1" dirty="0">
                <a:solidFill>
                  <a:schemeClr val="bg1"/>
                </a:solidFill>
              </a:rPr>
              <a:t>useful AI application</a:t>
            </a:r>
            <a:r>
              <a:rPr lang="en-US" sz="2400" dirty="0">
                <a:solidFill>
                  <a:schemeClr val="bg1"/>
                </a:solidFill>
              </a:rPr>
              <a:t>.</a:t>
            </a:r>
          </a:p>
          <a:p>
            <a:pPr>
              <a:buFont typeface="Arial" panose="020B0604020202020204" pitchFamily="34" charset="0"/>
              <a:buChar char="•"/>
            </a:pPr>
            <a:r>
              <a:rPr lang="en-US" sz="2400" dirty="0">
                <a:solidFill>
                  <a:schemeClr val="bg1"/>
                </a:solidFill>
              </a:rPr>
              <a:t>Helps in public safety and health monitoring.</a:t>
            </a:r>
          </a:p>
          <a:p>
            <a:pPr>
              <a:buFont typeface="Arial" panose="020B0604020202020204" pitchFamily="34" charset="0"/>
              <a:buChar char="•"/>
            </a:pPr>
            <a:r>
              <a:rPr lang="en-US" sz="2400" dirty="0">
                <a:solidFill>
                  <a:schemeClr val="bg1"/>
                </a:solidFill>
              </a:rPr>
              <a:t>Demonstrates the power of </a:t>
            </a:r>
            <a:r>
              <a:rPr lang="en-US" sz="2400" b="1" dirty="0">
                <a:solidFill>
                  <a:schemeClr val="bg1"/>
                </a:solidFill>
              </a:rPr>
              <a:t>Machine Learning &amp; Computer Vision</a:t>
            </a:r>
            <a:r>
              <a:rPr lang="en-US" sz="2400" dirty="0">
                <a:solidFill>
                  <a:schemeClr val="bg1"/>
                </a:solidFill>
              </a:rPr>
              <a:t>.</a:t>
            </a:r>
          </a:p>
          <a:p>
            <a:pPr>
              <a:buFont typeface="Arial" panose="020B0604020202020204" pitchFamily="34" charset="0"/>
              <a:buChar char="•"/>
            </a:pPr>
            <a:r>
              <a:rPr lang="en-US" sz="2400" dirty="0">
                <a:solidFill>
                  <a:schemeClr val="bg1"/>
                </a:solidFill>
              </a:rPr>
              <a:t>Can be extended with:</a:t>
            </a:r>
          </a:p>
          <a:p>
            <a:pPr marL="742950" lvl="1" indent="-285750">
              <a:buFont typeface="Arial" panose="020B0604020202020204" pitchFamily="34" charset="0"/>
              <a:buChar char="•"/>
            </a:pPr>
            <a:r>
              <a:rPr lang="en-US" sz="2400" dirty="0">
                <a:solidFill>
                  <a:schemeClr val="bg1"/>
                </a:solidFill>
              </a:rPr>
              <a:t>Alerts</a:t>
            </a:r>
          </a:p>
          <a:p>
            <a:pPr marL="742950" lvl="1" indent="-285750">
              <a:buFont typeface="Arial" panose="020B0604020202020204" pitchFamily="34" charset="0"/>
              <a:buChar char="•"/>
            </a:pPr>
            <a:r>
              <a:rPr lang="en-US" sz="2400" dirty="0">
                <a:solidFill>
                  <a:schemeClr val="bg1"/>
                </a:solidFill>
              </a:rPr>
              <a:t>Entry control systems</a:t>
            </a:r>
          </a:p>
          <a:p>
            <a:pPr marL="742950" lvl="1" indent="-285750">
              <a:buFont typeface="Arial" panose="020B0604020202020204" pitchFamily="34" charset="0"/>
              <a:buChar char="•"/>
            </a:pPr>
            <a:r>
              <a:rPr lang="en-US" sz="2400" dirty="0">
                <a:solidFill>
                  <a:schemeClr val="bg1"/>
                </a:solidFill>
              </a:rPr>
              <a:t>Face recognition</a:t>
            </a:r>
          </a:p>
        </p:txBody>
      </p:sp>
    </p:spTree>
    <p:extLst>
      <p:ext uri="{BB962C8B-B14F-4D97-AF65-F5344CB8AC3E}">
        <p14:creationId xmlns:p14="http://schemas.microsoft.com/office/powerpoint/2010/main" val="20404217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08470C6-9F72-82B2-A4C4-267438872EF2}"/>
              </a:ext>
            </a:extLst>
          </p:cNvPr>
          <p:cNvSpPr/>
          <p:nvPr/>
        </p:nvSpPr>
        <p:spPr>
          <a:xfrm>
            <a:off x="2734951" y="2390866"/>
            <a:ext cx="6722097" cy="1569660"/>
          </a:xfrm>
          <a:prstGeom prst="rect">
            <a:avLst/>
          </a:prstGeom>
          <a:noFill/>
        </p:spPr>
        <p:txBody>
          <a:bodyPr wrap="none" lIns="91440" tIns="45720" rIns="91440" bIns="45720">
            <a:spAutoFit/>
          </a:bodyPr>
          <a:lstStyle/>
          <a:p>
            <a:pPr algn="ctr"/>
            <a:r>
              <a:rPr lang="en-US" sz="96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96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3645642209"/>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109</TotalTime>
  <Words>458</Words>
  <Application>Microsoft Office PowerPoint</Application>
  <PresentationFormat>Widescreen</PresentationFormat>
  <Paragraphs>62</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Algerian</vt:lpstr>
      <vt:lpstr>Arial</vt:lpstr>
      <vt:lpstr>Century Gothic</vt:lpstr>
      <vt:lpstr>Wingdings 3</vt:lpstr>
      <vt:lpstr>Slice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Pragati Ritti</dc:creator>
  <cp:lastModifiedBy>Pragati Ritti</cp:lastModifiedBy>
  <cp:revision>1</cp:revision>
  <dcterms:created xsi:type="dcterms:W3CDTF">2026-02-06T14:25:47Z</dcterms:created>
  <dcterms:modified xsi:type="dcterms:W3CDTF">2026-02-25T07:32:29Z</dcterms:modified>
</cp:coreProperties>
</file>
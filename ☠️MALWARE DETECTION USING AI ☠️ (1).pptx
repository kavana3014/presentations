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5"/>
  </p:notesMasterIdLst>
  <p:sldIdLst>
    <p:sldId id="256" r:id="rId2"/>
    <p:sldId id="257" r:id="rId3"/>
    <p:sldId id="259" r:id="rId4"/>
    <p:sldId id="260" r:id="rId5"/>
    <p:sldId id="258" r:id="rId6"/>
    <p:sldId id="261" r:id="rId7"/>
    <p:sldId id="262" r:id="rId8"/>
    <p:sldId id="263" r:id="rId9"/>
    <p:sldId id="264" r:id="rId10"/>
    <p:sldId id="265" r:id="rId11"/>
    <p:sldId id="266" r:id="rId12"/>
    <p:sldId id="267" r:id="rId13"/>
    <p:sldId id="268"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BED804-FF7F-455B-8D6F-11D30B433CB8}" v="23" dt="2026-02-11T12:14:34.7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99" autoAdjust="0"/>
    <p:restoredTop sz="94660"/>
  </p:normalViewPr>
  <p:slideViewPr>
    <p:cSldViewPr>
      <p:cViewPr varScale="1">
        <p:scale>
          <a:sx n="78" d="100"/>
          <a:sy n="78" d="100"/>
        </p:scale>
        <p:origin x="682"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gati Ritti" userId="645a240b8d38944c" providerId="LiveId" clId="{980092F0-E9DE-4D17-9FE6-3106F6101FA2}"/>
    <pc:docChg chg="undo custSel addSld delSld modSld">
      <pc:chgData name="Pragati Ritti" userId="645a240b8d38944c" providerId="LiveId" clId="{980092F0-E9DE-4D17-9FE6-3106F6101FA2}" dt="2026-02-11T12:14:34.783" v="25" actId="20577"/>
      <pc:docMkLst>
        <pc:docMk/>
      </pc:docMkLst>
      <pc:sldChg chg="modTransition">
        <pc:chgData name="Pragati Ritti" userId="645a240b8d38944c" providerId="LiveId" clId="{980092F0-E9DE-4D17-9FE6-3106F6101FA2}" dt="2026-02-08T17:45:41.093" v="9"/>
        <pc:sldMkLst>
          <pc:docMk/>
          <pc:sldMk cId="0" sldId="256"/>
        </pc:sldMkLst>
      </pc:sldChg>
      <pc:sldChg chg="modTransition">
        <pc:chgData name="Pragati Ritti" userId="645a240b8d38944c" providerId="LiveId" clId="{980092F0-E9DE-4D17-9FE6-3106F6101FA2}" dt="2026-02-08T17:44:32.585" v="8"/>
        <pc:sldMkLst>
          <pc:docMk/>
          <pc:sldMk cId="0" sldId="257"/>
        </pc:sldMkLst>
      </pc:sldChg>
      <pc:sldChg chg="modSp modAnim">
        <pc:chgData name="Pragati Ritti" userId="645a240b8d38944c" providerId="LiveId" clId="{980092F0-E9DE-4D17-9FE6-3106F6101FA2}" dt="2026-02-11T12:14:34.783" v="25" actId="20577"/>
        <pc:sldMkLst>
          <pc:docMk/>
          <pc:sldMk cId="0" sldId="259"/>
        </pc:sldMkLst>
        <pc:spChg chg="mod">
          <ac:chgData name="Pragati Ritti" userId="645a240b8d38944c" providerId="LiveId" clId="{980092F0-E9DE-4D17-9FE6-3106F6101FA2}" dt="2026-02-11T12:14:34.783" v="25" actId="20577"/>
          <ac:spMkLst>
            <pc:docMk/>
            <pc:sldMk cId="0" sldId="259"/>
            <ac:spMk id="3" creationId="{00000000-0000-0000-0000-000000000000}"/>
          </ac:spMkLst>
        </pc:spChg>
      </pc:sldChg>
      <pc:sldChg chg="new del">
        <pc:chgData name="Pragati Ritti" userId="645a240b8d38944c" providerId="LiveId" clId="{980092F0-E9DE-4D17-9FE6-3106F6101FA2}" dt="2026-02-11T12:09:45.923" v="11" actId="680"/>
        <pc:sldMkLst>
          <pc:docMk/>
          <pc:sldMk cId="108249037" sldId="269"/>
        </pc:sldMkLst>
      </pc:sldChg>
      <pc:sldChg chg="new del">
        <pc:chgData name="Pragati Ritti" userId="645a240b8d38944c" providerId="LiveId" clId="{980092F0-E9DE-4D17-9FE6-3106F6101FA2}" dt="2026-02-11T12:12:49.275" v="13" actId="680"/>
        <pc:sldMkLst>
          <pc:docMk/>
          <pc:sldMk cId="4206611285" sldId="26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FCF83FB-86D6-4331-83B9-0C807F631E4C}" type="datetimeFigureOut">
              <a:rPr lang="en-US" smtClean="0"/>
              <a:t>2/11/2026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14C1D02-7293-4020-BD2D-2D4FED4528A9}"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14C1D02-7293-4020-BD2D-2D4FED4528A9}" type="slidenum">
              <a:rPr lang="en-US" smtClean="0"/>
              <a:t>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p:txBody>
          <a:bodyPr/>
          <a:lstStyle/>
          <a:p>
            <a:fld id="{C23CC162-935D-4A26-ADE4-4FED223F9431}" type="datetimeFigureOut">
              <a:rPr lang="en-US" smtClean="0"/>
              <a:pPr/>
              <a:t>2/11/2026</a:t>
            </a:fld>
            <a:endParaRPr lang="en-US" dirty="0"/>
          </a:p>
        </p:txBody>
      </p:sp>
      <p:sp>
        <p:nvSpPr>
          <p:cNvPr id="17" name="Footer Placeholder 16"/>
          <p:cNvSpPr>
            <a:spLocks noGrp="1"/>
          </p:cNvSpPr>
          <p:nvPr>
            <p:ph type="ftr" sz="quarter" idx="11"/>
          </p:nvPr>
        </p:nvSpPr>
        <p:spPr/>
        <p:txBody>
          <a:bodyPr/>
          <a:lstStyle/>
          <a:p>
            <a:endParaRPr lang="en-US" dirty="0"/>
          </a:p>
        </p:txBody>
      </p:sp>
      <p:sp>
        <p:nvSpPr>
          <p:cNvPr id="29" name="Slide Number Placeholder 28"/>
          <p:cNvSpPr>
            <a:spLocks noGrp="1"/>
          </p:cNvSpPr>
          <p:nvPr>
            <p:ph type="sldNum" sz="quarter" idx="12"/>
          </p:nvPr>
        </p:nvSpPr>
        <p:spPr/>
        <p:txBody>
          <a:bodyPr/>
          <a:lstStyle/>
          <a:p>
            <a:fld id="{72D93AD1-0CA8-42B8-8CC9-C78C1CBC2CC8}" type="slidenum">
              <a:rPr lang="en-US" smtClean="0"/>
              <a:pPr/>
              <a:t>‹#›</a:t>
            </a:fld>
            <a:endParaRPr lang="en-US" dirty="0"/>
          </a:p>
        </p:txBody>
      </p:sp>
      <p:sp>
        <p:nvSpPr>
          <p:cNvPr id="32" name="Rectangle 31"/>
          <p:cNvSpPr/>
          <p:nvPr/>
        </p:nvSpPr>
        <p:spPr>
          <a:xfrm>
            <a:off x="0" y="-1"/>
            <a:ext cx="36576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9" name="Rectangle 38"/>
          <p:cNvSpPr/>
          <p:nvPr/>
        </p:nvSpPr>
        <p:spPr>
          <a:xfrm>
            <a:off x="309558" y="680477"/>
            <a:ext cx="45720"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0" name="Rectangle 39"/>
          <p:cNvSpPr/>
          <p:nvPr/>
        </p:nvSpPr>
        <p:spPr>
          <a:xfrm>
            <a:off x="269073"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1" name="Rectangle 40"/>
          <p:cNvSpPr/>
          <p:nvPr/>
        </p:nvSpPr>
        <p:spPr>
          <a:xfrm>
            <a:off x="250020"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2" name="Rectangle 41"/>
          <p:cNvSpPr/>
          <p:nvPr/>
        </p:nvSpPr>
        <p:spPr>
          <a:xfrm>
            <a:off x="221768"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914400" y="4343400"/>
            <a:ext cx="7772400" cy="1975104"/>
          </a:xfrm>
        </p:spPr>
        <p:txBody>
          <a:bodyPr/>
          <a:lstStyle>
            <a:lvl1pPr marR="9144" algn="l">
              <a:defRPr sz="4000" b="1" cap="all" spc="0" baseline="0">
                <a:effectLst>
                  <a:reflection blurRad="12700" stA="34000" endA="740" endPos="53000" dir="5400000" sy="-100000" algn="bl" rotWithShape="0"/>
                </a:effectLst>
              </a:defRPr>
            </a:lvl1pPr>
            <a:extLst/>
          </a:lstStyle>
          <a:p>
            <a:r>
              <a:rPr kumimoji="0" lang="en-US"/>
              <a:t>Click to edit Master title style</a:t>
            </a:r>
          </a:p>
        </p:txBody>
      </p:sp>
      <p:sp>
        <p:nvSpPr>
          <p:cNvPr id="9" name="Subtitle 8"/>
          <p:cNvSpPr>
            <a:spLocks noGrp="1"/>
          </p:cNvSpPr>
          <p:nvPr>
            <p:ph type="subTitle" idx="1"/>
          </p:nvPr>
        </p:nvSpPr>
        <p:spPr>
          <a:xfrm>
            <a:off x="914400" y="2834640"/>
            <a:ext cx="7772400" cy="1508760"/>
          </a:xfrm>
        </p:spPr>
        <p:txBody>
          <a:bodyPr lIns="100584" tIns="45720"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56" name="Rectangle 55"/>
          <p:cNvSpPr/>
          <p:nvPr/>
        </p:nvSpPr>
        <p:spPr>
          <a:xfrm>
            <a:off x="255291" y="5047394"/>
            <a:ext cx="73152"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65" name="Rectangle 64"/>
          <p:cNvSpPr/>
          <p:nvPr/>
        </p:nvSpPr>
        <p:spPr>
          <a:xfrm>
            <a:off x="255291" y="4796819"/>
            <a:ext cx="73152"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66" name="Rectangle 65"/>
          <p:cNvSpPr/>
          <p:nvPr/>
        </p:nvSpPr>
        <p:spPr>
          <a:xfrm>
            <a:off x="255291" y="4637685"/>
            <a:ext cx="73152"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67" name="Rectangle 66"/>
          <p:cNvSpPr/>
          <p:nvPr/>
        </p:nvSpPr>
        <p:spPr>
          <a:xfrm>
            <a:off x="255291" y="4542559"/>
            <a:ext cx="73152"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23CC162-935D-4A26-ADE4-4FED223F9431}" type="datetimeFigureOut">
              <a:rPr lang="en-US" smtClean="0"/>
              <a:pPr/>
              <a:t>2/11/2026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2D93AD1-0CA8-42B8-8CC9-C78C1CBC2CC8}"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4" name="Freeform 13"/>
          <p:cNvSpPr>
            <a:spLocks/>
          </p:cNvSpPr>
          <p:nvPr/>
        </p:nvSpPr>
        <p:spPr bwMode="auto">
          <a:xfrm>
            <a:off x="4828952" y="1073888"/>
            <a:ext cx="4322136" cy="57912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5" name="Freeform 14"/>
          <p:cNvSpPr>
            <a:spLocks/>
          </p:cNvSpPr>
          <p:nvPr/>
        </p:nvSpPr>
        <p:spPr bwMode="auto">
          <a:xfrm>
            <a:off x="373966" y="0"/>
            <a:ext cx="5514536" cy="6615332"/>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3" name="Freeform 12"/>
          <p:cNvSpPr>
            <a:spLocks/>
          </p:cNvSpPr>
          <p:nvPr/>
        </p:nvSpPr>
        <p:spPr bwMode="auto">
          <a:xfrm rot="5236414">
            <a:off x="4462128" y="1483600"/>
            <a:ext cx="4114800" cy="118872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5943600" y="0"/>
            <a:ext cx="27432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Freeform 16"/>
          <p:cNvSpPr>
            <a:spLocks/>
          </p:cNvSpPr>
          <p:nvPr/>
        </p:nvSpPr>
        <p:spPr bwMode="auto">
          <a:xfrm>
            <a:off x="5943600" y="4267200"/>
            <a:ext cx="32004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8" name="Freeform 17"/>
          <p:cNvSpPr>
            <a:spLocks/>
          </p:cNvSpPr>
          <p:nvPr/>
        </p:nvSpPr>
        <p:spPr bwMode="auto">
          <a:xfrm>
            <a:off x="5943600" y="0"/>
            <a:ext cx="13716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9" name="Freeform 18"/>
          <p:cNvSpPr>
            <a:spLocks/>
          </p:cNvSpPr>
          <p:nvPr/>
        </p:nvSpPr>
        <p:spPr bwMode="auto">
          <a:xfrm>
            <a:off x="5948363" y="4246563"/>
            <a:ext cx="2090737" cy="2611437"/>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Freeform 19"/>
          <p:cNvSpPr>
            <a:spLocks/>
          </p:cNvSpPr>
          <p:nvPr/>
        </p:nvSpPr>
        <p:spPr bwMode="auto">
          <a:xfrm>
            <a:off x="5943600" y="4267200"/>
            <a:ext cx="16002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1" name="Freeform 20"/>
          <p:cNvSpPr>
            <a:spLocks/>
          </p:cNvSpPr>
          <p:nvPr/>
        </p:nvSpPr>
        <p:spPr bwMode="auto">
          <a:xfrm>
            <a:off x="5943600" y="1371600"/>
            <a:ext cx="32004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Freeform 21"/>
          <p:cNvSpPr>
            <a:spLocks/>
          </p:cNvSpPr>
          <p:nvPr/>
        </p:nvSpPr>
        <p:spPr bwMode="auto">
          <a:xfrm>
            <a:off x="5943600" y="1752600"/>
            <a:ext cx="32004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3" name="Freeform 22"/>
          <p:cNvSpPr>
            <a:spLocks/>
          </p:cNvSpPr>
          <p:nvPr/>
        </p:nvSpPr>
        <p:spPr bwMode="auto">
          <a:xfrm>
            <a:off x="990600" y="4267200"/>
            <a:ext cx="4953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4" name="Freeform 23"/>
          <p:cNvSpPr>
            <a:spLocks/>
          </p:cNvSpPr>
          <p:nvPr/>
        </p:nvSpPr>
        <p:spPr bwMode="auto">
          <a:xfrm>
            <a:off x="533400" y="4267200"/>
            <a:ext cx="533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5" name="Freeform 24"/>
          <p:cNvSpPr>
            <a:spLocks/>
          </p:cNvSpPr>
          <p:nvPr/>
        </p:nvSpPr>
        <p:spPr bwMode="auto">
          <a:xfrm>
            <a:off x="366824" y="2438400"/>
            <a:ext cx="56388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6" name="Freeform 25"/>
          <p:cNvSpPr>
            <a:spLocks/>
          </p:cNvSpPr>
          <p:nvPr/>
        </p:nvSpPr>
        <p:spPr bwMode="auto">
          <a:xfrm>
            <a:off x="366824" y="2133600"/>
            <a:ext cx="56388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7" name="Freeform 26"/>
          <p:cNvSpPr>
            <a:spLocks/>
          </p:cNvSpPr>
          <p:nvPr/>
        </p:nvSpPr>
        <p:spPr bwMode="auto">
          <a:xfrm>
            <a:off x="4572000" y="4267200"/>
            <a:ext cx="13716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3" name="Text Placeholder 2"/>
          <p:cNvSpPr>
            <a:spLocks noGrp="1"/>
          </p:cNvSpPr>
          <p:nvPr>
            <p:ph type="body" idx="1"/>
          </p:nvPr>
        </p:nvSpPr>
        <p:spPr>
          <a:xfrm>
            <a:off x="706902" y="1351672"/>
            <a:ext cx="5718048" cy="977486"/>
          </a:xfrm>
        </p:spPr>
        <p:txBody>
          <a:bodyPr lIns="82296" tIns="45720" bIns="0" anchor="t"/>
          <a:lstStyle>
            <a:lvl1pPr marL="54864"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C23CC162-935D-4A26-ADE4-4FED223F9431}" type="datetimeFigureOut">
              <a:rPr lang="en-US" smtClean="0"/>
              <a:pPr/>
              <a:t>2/11/2026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2D93AD1-0CA8-42B8-8CC9-C78C1CBC2CC8}" type="slidenum">
              <a:rPr lang="en-US" smtClean="0"/>
              <a:pPr/>
              <a:t>‹#›</a:t>
            </a:fld>
            <a:endParaRPr lang="en-US" dirty="0"/>
          </a:p>
        </p:txBody>
      </p:sp>
      <p:sp>
        <p:nvSpPr>
          <p:cNvPr id="7" name="Rectangle 6"/>
          <p:cNvSpPr/>
          <p:nvPr/>
        </p:nvSpPr>
        <p:spPr>
          <a:xfrm>
            <a:off x="363160" y="402264"/>
            <a:ext cx="850392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706902" y="512064"/>
            <a:ext cx="8156448" cy="777240"/>
          </a:xfrm>
        </p:spPr>
        <p:txBody>
          <a:bodyPr tIns="64008"/>
          <a:lstStyle>
            <a:lvl1pPr algn="l">
              <a:buNone/>
              <a:defRPr sz="3800" b="0" cap="none" spc="-150" baseline="0"/>
            </a:lvl1pPr>
            <a:extLst/>
          </a:lstStyle>
          <a:p>
            <a:r>
              <a:rPr kumimoji="0" lang="en-US"/>
              <a:t>Click to edit Master title style</a:t>
            </a:r>
          </a:p>
        </p:txBody>
      </p:sp>
      <p:sp>
        <p:nvSpPr>
          <p:cNvPr id="8" name="Rectangle 7"/>
          <p:cNvSpPr/>
          <p:nvPr/>
        </p:nvSpPr>
        <p:spPr>
          <a:xfrm flipH="1">
            <a:off x="371538"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flipH="1">
            <a:off x="411109"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flipH="1">
            <a:off x="448450"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Rectangle 10"/>
          <p:cNvSpPr/>
          <p:nvPr/>
        </p:nvSpPr>
        <p:spPr>
          <a:xfrm flipH="1">
            <a:off x="476702"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500478"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12064"/>
            <a:ext cx="8229600" cy="914400"/>
          </a:xfrm>
        </p:spPr>
        <p:txBody>
          <a:bodyPr/>
          <a:lstStyle/>
          <a:p>
            <a:r>
              <a:rPr kumimoji="0" lang="en-US"/>
              <a:t>Click to edit Master title style</a:t>
            </a:r>
          </a:p>
        </p:txBody>
      </p:sp>
      <p:sp>
        <p:nvSpPr>
          <p:cNvPr id="3" name="Content Placeholder 2"/>
          <p:cNvSpPr>
            <a:spLocks noGrp="1"/>
          </p:cNvSpPr>
          <p:nvPr>
            <p:ph sz="half" idx="1"/>
          </p:nvPr>
        </p:nvSpPr>
        <p:spPr>
          <a:xfrm>
            <a:off x="464344" y="1770501"/>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55344" y="1770501"/>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C23CC162-935D-4A26-ADE4-4FED223F9431}" type="datetimeFigureOut">
              <a:rPr lang="en-US" smtClean="0"/>
              <a:pPr/>
              <a:t>2/11/2026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2D93AD1-0CA8-42B8-8CC9-C78C1CBC2CC8}"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5" name="Rectangle 24"/>
          <p:cNvSpPr/>
          <p:nvPr/>
        </p:nvSpPr>
        <p:spPr>
          <a:xfrm>
            <a:off x="0" y="402265"/>
            <a:ext cx="886708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504824" y="512064"/>
            <a:ext cx="7772400" cy="914400"/>
          </a:xfrm>
        </p:spPr>
        <p:txBody>
          <a:bodyPr anchor="t"/>
          <a:lstStyle>
            <a:lvl1pPr>
              <a:defRPr sz="4000"/>
            </a:lvl1pPr>
            <a:extLst/>
          </a:lstStyle>
          <a:p>
            <a:r>
              <a:rPr kumimoji="0" lang="en-US"/>
              <a:t>Click to edit Master title style</a:t>
            </a:r>
          </a:p>
        </p:txBody>
      </p:sp>
      <p:sp>
        <p:nvSpPr>
          <p:cNvPr id="3" name="Text Placeholder 2"/>
          <p:cNvSpPr>
            <a:spLocks noGrp="1"/>
          </p:cNvSpPr>
          <p:nvPr>
            <p:ph type="body" idx="1"/>
          </p:nvPr>
        </p:nvSpPr>
        <p:spPr>
          <a:xfrm>
            <a:off x="457200" y="1809750"/>
            <a:ext cx="4040188" cy="639762"/>
          </a:xfrm>
        </p:spPr>
        <p:txBody>
          <a:bodyPr anchor="ctr"/>
          <a:lstStyle>
            <a:lvl1pPr marL="73152" indent="0" algn="l">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09750"/>
            <a:ext cx="4041775" cy="639762"/>
          </a:xfrm>
        </p:spPr>
        <p:txBody>
          <a:bodyPr anchor="ctr"/>
          <a:lstStyle>
            <a:lvl1pPr marL="73152" indent="0">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459037"/>
            <a:ext cx="4040188"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459037"/>
            <a:ext cx="4041775"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C23CC162-935D-4A26-ADE4-4FED223F9431}" type="datetimeFigureOut">
              <a:rPr lang="en-US" smtClean="0"/>
              <a:pPr/>
              <a:t>2/11/2026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2D93AD1-0CA8-42B8-8CC9-C78C1CBC2CC8}" type="slidenum">
              <a:rPr lang="en-US" smtClean="0"/>
              <a:pPr/>
              <a:t>‹#›</a:t>
            </a:fld>
            <a:endParaRPr lang="en-US" dirty="0"/>
          </a:p>
        </p:txBody>
      </p:sp>
      <p:sp>
        <p:nvSpPr>
          <p:cNvPr id="16" name="Rectangle 15"/>
          <p:cNvSpPr/>
          <p:nvPr/>
        </p:nvSpPr>
        <p:spPr>
          <a:xfrm>
            <a:off x="87790" y="680477"/>
            <a:ext cx="45720"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7" name="Rectangle 16"/>
          <p:cNvSpPr/>
          <p:nvPr/>
        </p:nvSpPr>
        <p:spPr>
          <a:xfrm>
            <a:off x="47305"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Rectangle 17"/>
          <p:cNvSpPr/>
          <p:nvPr/>
        </p:nvSpPr>
        <p:spPr>
          <a:xfrm>
            <a:off x="28252"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Rectangle 18"/>
          <p:cNvSpPr/>
          <p:nvPr/>
        </p:nvSpPr>
        <p:spPr>
          <a:xfrm>
            <a:off x="0"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Rectangle 19"/>
          <p:cNvSpPr/>
          <p:nvPr/>
        </p:nvSpPr>
        <p:spPr>
          <a:xfrm flipH="1">
            <a:off x="149770"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Rectangle 20"/>
          <p:cNvSpPr/>
          <p:nvPr/>
        </p:nvSpPr>
        <p:spPr>
          <a:xfrm flipH="1">
            <a:off x="189341"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flipH="1">
            <a:off x="226682"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Rectangle 28"/>
          <p:cNvSpPr/>
          <p:nvPr/>
        </p:nvSpPr>
        <p:spPr>
          <a:xfrm flipH="1">
            <a:off x="254934"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0" name="Rectangle 29"/>
          <p:cNvSpPr/>
          <p:nvPr/>
        </p:nvSpPr>
        <p:spPr>
          <a:xfrm>
            <a:off x="278710"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4400" y="512064"/>
            <a:ext cx="7772400" cy="914400"/>
          </a:xfrm>
        </p:spPr>
        <p:txBody>
          <a:bodyPr/>
          <a:lstStyle>
            <a:lvl1pPr>
              <a:defRPr sz="4000" cap="none" baseline="0"/>
            </a:lvl1pPr>
            <a:extLst/>
          </a:lstStyle>
          <a:p>
            <a:r>
              <a:rPr kumimoji="0" lang="en-US"/>
              <a:t>Click to edit Master title style</a:t>
            </a:r>
          </a:p>
        </p:txBody>
      </p:sp>
      <p:sp>
        <p:nvSpPr>
          <p:cNvPr id="3" name="Date Placeholder 2"/>
          <p:cNvSpPr>
            <a:spLocks noGrp="1"/>
          </p:cNvSpPr>
          <p:nvPr>
            <p:ph type="dt" sz="half" idx="10"/>
          </p:nvPr>
        </p:nvSpPr>
        <p:spPr/>
        <p:txBody>
          <a:bodyPr/>
          <a:lstStyle/>
          <a:p>
            <a:fld id="{C23CC162-935D-4A26-ADE4-4FED223F9431}" type="datetimeFigureOut">
              <a:rPr lang="en-US" smtClean="0"/>
              <a:pPr/>
              <a:t>2/11/2026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2D93AD1-0CA8-42B8-8CC9-C78C1CBC2CC8}"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3CC162-935D-4A26-ADE4-4FED223F9431}" type="datetimeFigureOut">
              <a:rPr lang="en-US" smtClean="0"/>
              <a:pPr/>
              <a:t>2/11/2026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2D93AD1-0CA8-42B8-8CC9-C78C1CBC2CC8}"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273050"/>
            <a:ext cx="8229600" cy="1162050"/>
          </a:xfrm>
        </p:spPr>
        <p:txBody>
          <a:bodyPr anchor="ctr"/>
          <a:lstStyle>
            <a:lvl1pPr algn="l">
              <a:buNone/>
              <a:defRPr sz="3600" b="0"/>
            </a:lvl1pPr>
            <a:extLst/>
          </a:lstStyle>
          <a:p>
            <a:r>
              <a:rPr kumimoji="0" lang="en-US"/>
              <a:t>Click to edit Master title style</a:t>
            </a:r>
          </a:p>
        </p:txBody>
      </p:sp>
      <p:sp>
        <p:nvSpPr>
          <p:cNvPr id="3" name="Text Placeholder 2"/>
          <p:cNvSpPr>
            <a:spLocks noGrp="1"/>
          </p:cNvSpPr>
          <p:nvPr>
            <p:ph type="body" idx="2"/>
          </p:nvPr>
        </p:nvSpPr>
        <p:spPr>
          <a:xfrm>
            <a:off x="685800" y="1435100"/>
            <a:ext cx="2514600" cy="4572000"/>
          </a:xfrm>
        </p:spPr>
        <p:txBody>
          <a:bodyPr/>
          <a:lstStyle>
            <a:lvl1pPr marL="54864" indent="0">
              <a:buNone/>
              <a:defRPr sz="18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3429000" y="1435100"/>
            <a:ext cx="5486400"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C23CC162-935D-4A26-ADE4-4FED223F9431}" type="datetimeFigureOut">
              <a:rPr lang="en-US" smtClean="0"/>
              <a:pPr/>
              <a:t>2/11/2026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2D93AD1-0CA8-42B8-8CC9-C78C1CBC2CC8}"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368032" y="0"/>
            <a:ext cx="8778240" cy="1878037"/>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cxnSp>
        <p:nvCxnSpPr>
          <p:cNvPr id="9" name="Straight Connector 8"/>
          <p:cNvCxnSpPr/>
          <p:nvPr/>
        </p:nvCxnSpPr>
        <p:spPr>
          <a:xfrm flipV="1">
            <a:off x="363195" y="1885028"/>
            <a:ext cx="8782622"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0" name="Group 9"/>
          <p:cNvGrpSpPr/>
          <p:nvPr/>
        </p:nvGrpSpPr>
        <p:grpSpPr>
          <a:xfrm rot="5400000">
            <a:off x="8514581" y="1219200"/>
            <a:ext cx="132763" cy="128466"/>
            <a:chOff x="6668087" y="1297746"/>
            <a:chExt cx="161840" cy="156602"/>
          </a:xfrm>
        </p:grpSpPr>
        <p:cxnSp>
          <p:nvCxnSpPr>
            <p:cNvPr id="15" name="Straight Connector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bwMode="grayWhite">
          <a:xfrm>
            <a:off x="914400" y="441251"/>
            <a:ext cx="6858000" cy="701749"/>
          </a:xfrm>
        </p:spPr>
        <p:txBody>
          <a:bodyPr anchor="b"/>
          <a:lstStyle>
            <a:lvl1pPr algn="l">
              <a:buNone/>
              <a:defRPr sz="2100" b="0"/>
            </a:lvl1pPr>
            <a:extLst/>
          </a:lstStyle>
          <a:p>
            <a:r>
              <a:rPr kumimoji="0" lang="en-US"/>
              <a:t>Click to edit Master title style</a:t>
            </a:r>
          </a:p>
        </p:txBody>
      </p:sp>
      <p:sp>
        <p:nvSpPr>
          <p:cNvPr id="3" name="Picture Placeholder 2"/>
          <p:cNvSpPr>
            <a:spLocks noGrp="1"/>
          </p:cNvSpPr>
          <p:nvPr>
            <p:ph type="pic" idx="1"/>
          </p:nvPr>
        </p:nvSpPr>
        <p:spPr>
          <a:xfrm>
            <a:off x="368032" y="1893781"/>
            <a:ext cx="8778240" cy="4960144"/>
          </a:xfrm>
          <a:solidFill>
            <a:schemeClr val="bg2"/>
          </a:solidFill>
        </p:spPr>
        <p:txBody>
          <a:bodyPr/>
          <a:lstStyle>
            <a:lvl1pPr marL="0" indent="0">
              <a:buNone/>
              <a:defRPr sz="3200"/>
            </a:lvl1pPr>
            <a:extLst/>
          </a:lstStyle>
          <a:p>
            <a:r>
              <a:rPr kumimoji="0" lang="en-US" dirty="0"/>
              <a:t>Click icon to add picture</a:t>
            </a:r>
          </a:p>
        </p:txBody>
      </p:sp>
      <p:sp>
        <p:nvSpPr>
          <p:cNvPr id="4" name="Text Placeholder 3"/>
          <p:cNvSpPr>
            <a:spLocks noGrp="1"/>
          </p:cNvSpPr>
          <p:nvPr>
            <p:ph type="body" sz="half" idx="2"/>
          </p:nvPr>
        </p:nvSpPr>
        <p:spPr bwMode="grayWhite">
          <a:xfrm>
            <a:off x="914400" y="1150144"/>
            <a:ext cx="6858000" cy="685800"/>
          </a:xfrm>
        </p:spPr>
        <p:txBody>
          <a:bodyPr/>
          <a:lstStyle>
            <a:lvl1pPr marL="27432" indent="0">
              <a:spcBef>
                <a:spcPts val="0"/>
              </a:spcBef>
              <a:buNone/>
              <a:defRPr sz="1400">
                <a:solidFill>
                  <a:srgbClr val="FFFFFF"/>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grpSp>
        <p:nvGrpSpPr>
          <p:cNvPr id="14" name="Group 13"/>
          <p:cNvGrpSpPr/>
          <p:nvPr/>
        </p:nvGrpSpPr>
        <p:grpSpPr>
          <a:xfrm rot="5400000">
            <a:off x="8666981" y="1371600"/>
            <a:ext cx="132763" cy="128466"/>
            <a:chOff x="6668087" y="1297746"/>
            <a:chExt cx="161840" cy="156602"/>
          </a:xfrm>
        </p:grpSpPr>
        <p:cxnSp>
          <p:nvCxnSpPr>
            <p:cNvPr id="11" name="Straight Connector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rot="5400000">
            <a:off x="8320088" y="1474763"/>
            <a:ext cx="132763" cy="128466"/>
            <a:chOff x="6668087" y="1297746"/>
            <a:chExt cx="161840" cy="156602"/>
          </a:xfrm>
        </p:grpSpPr>
        <p:cxnSp>
          <p:nvCxnSpPr>
            <p:cNvPr id="19" name="Straight Connector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Date Placeholder 4"/>
          <p:cNvSpPr>
            <a:spLocks noGrp="1"/>
          </p:cNvSpPr>
          <p:nvPr>
            <p:ph type="dt" sz="half" idx="10"/>
          </p:nvPr>
        </p:nvSpPr>
        <p:spPr>
          <a:xfrm>
            <a:off x="6477000" y="55499"/>
            <a:ext cx="2133600" cy="365125"/>
          </a:xfrm>
        </p:spPr>
        <p:txBody>
          <a:bodyPr/>
          <a:lstStyle/>
          <a:p>
            <a:fld id="{C23CC162-935D-4A26-ADE4-4FED223F9431}" type="datetimeFigureOut">
              <a:rPr lang="en-US" smtClean="0"/>
              <a:pPr/>
              <a:t>2/11/2026</a:t>
            </a:fld>
            <a:endParaRPr lang="en-US" dirty="0"/>
          </a:p>
        </p:txBody>
      </p:sp>
      <p:sp>
        <p:nvSpPr>
          <p:cNvPr id="6" name="Footer Placeholder 5"/>
          <p:cNvSpPr>
            <a:spLocks noGrp="1"/>
          </p:cNvSpPr>
          <p:nvPr>
            <p:ph type="ftr" sz="quarter" idx="11"/>
          </p:nvPr>
        </p:nvSpPr>
        <p:spPr>
          <a:xfrm>
            <a:off x="914400" y="55499"/>
            <a:ext cx="5562600" cy="365125"/>
          </a:xfrm>
        </p:spPr>
        <p:txBody>
          <a:bodyPr/>
          <a:lstStyle/>
          <a:p>
            <a:endParaRPr lang="en-US" dirty="0"/>
          </a:p>
        </p:txBody>
      </p:sp>
      <p:sp>
        <p:nvSpPr>
          <p:cNvPr id="7" name="Slide Number Placeholder 6"/>
          <p:cNvSpPr>
            <a:spLocks noGrp="1"/>
          </p:cNvSpPr>
          <p:nvPr>
            <p:ph type="sldNum" sz="quarter" idx="12"/>
          </p:nvPr>
        </p:nvSpPr>
        <p:spPr>
          <a:xfrm>
            <a:off x="8610600" y="55499"/>
            <a:ext cx="457200" cy="365125"/>
          </a:xfrm>
        </p:spPr>
        <p:txBody>
          <a:bodyPr/>
          <a:lstStyle/>
          <a:p>
            <a:fld id="{72D93AD1-0CA8-42B8-8CC9-C78C1CBC2CC8}"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23CC162-935D-4A26-ADE4-4FED223F9431}" type="datetimeFigureOut">
              <a:rPr lang="en-US" smtClean="0"/>
              <a:pPr/>
              <a:t>2/11/2026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2D93AD1-0CA8-42B8-8CC9-C78C1CBC2CC8}"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981200" cy="5851525"/>
          </a:xfrm>
        </p:spPr>
        <p:txBody>
          <a:bodyPr vert="eaVert" anchor="ctr"/>
          <a:lstStyle/>
          <a:p>
            <a:r>
              <a:rPr kumimoji="0" lang="en-US"/>
              <a:t>Click to edit Master title style</a:t>
            </a:r>
          </a:p>
        </p:txBody>
      </p:sp>
      <p:sp>
        <p:nvSpPr>
          <p:cNvPr id="3" name="Vertical Text Placeholder 2"/>
          <p:cNvSpPr>
            <a:spLocks noGrp="1"/>
          </p:cNvSpPr>
          <p:nvPr>
            <p:ph type="body" orient="vert" idx="1"/>
          </p:nvPr>
        </p:nvSpPr>
        <p:spPr>
          <a:xfrm>
            <a:off x="609600" y="274639"/>
            <a:ext cx="5867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23CC162-935D-4A26-ADE4-4FED223F9431}" type="datetimeFigureOut">
              <a:rPr lang="en-US" smtClean="0"/>
              <a:pPr/>
              <a:t>2/11/2026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2D93AD1-0CA8-42B8-8CC9-C78C1CBC2CC8}"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1"/>
            <a:ext cx="36576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255291" y="5047394"/>
            <a:ext cx="73152"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255291" y="4796819"/>
            <a:ext cx="73152"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255291" y="4637685"/>
            <a:ext cx="73152"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Rectangle 10"/>
          <p:cNvSpPr/>
          <p:nvPr/>
        </p:nvSpPr>
        <p:spPr>
          <a:xfrm>
            <a:off x="255291" y="4542559"/>
            <a:ext cx="73152"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309558" y="680477"/>
            <a:ext cx="45720"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5" name="Rectangle 14"/>
          <p:cNvSpPr/>
          <p:nvPr/>
        </p:nvSpPr>
        <p:spPr>
          <a:xfrm>
            <a:off x="269073" y="680477"/>
            <a:ext cx="2743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6" name="Rectangle 15"/>
          <p:cNvSpPr/>
          <p:nvPr/>
        </p:nvSpPr>
        <p:spPr>
          <a:xfrm>
            <a:off x="250020"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7" name="Rectangle 16"/>
          <p:cNvSpPr/>
          <p:nvPr/>
        </p:nvSpPr>
        <p:spPr>
          <a:xfrm>
            <a:off x="221768"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914400" y="512064"/>
            <a:ext cx="7772400" cy="914400"/>
          </a:xfrm>
          <a:prstGeom prst="rect">
            <a:avLst/>
          </a:prstGeom>
        </p:spPr>
        <p:txBody>
          <a:bodyPr vert="horz" anchor="t">
            <a:noAutofit/>
          </a:bodyPr>
          <a:lstStyle/>
          <a:p>
            <a:r>
              <a:rPr kumimoji="0" lang="en-US"/>
              <a:t>Click to edit Master title style</a:t>
            </a:r>
          </a:p>
        </p:txBody>
      </p:sp>
      <p:sp>
        <p:nvSpPr>
          <p:cNvPr id="13" name="Text Placeholder 12"/>
          <p:cNvSpPr>
            <a:spLocks noGrp="1"/>
          </p:cNvSpPr>
          <p:nvPr>
            <p:ph type="body" idx="1"/>
          </p:nvPr>
        </p:nvSpPr>
        <p:spPr>
          <a:xfrm>
            <a:off x="914400" y="1783560"/>
            <a:ext cx="7772400" cy="457200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77000" y="6416675"/>
            <a:ext cx="2133600" cy="365125"/>
          </a:xfrm>
          <a:prstGeom prst="rect">
            <a:avLst/>
          </a:prstGeom>
        </p:spPr>
        <p:txBody>
          <a:bodyPr vert="horz" anchor="b"/>
          <a:lstStyle>
            <a:lvl1pPr algn="l" eaLnBrk="1" latinLnBrk="0" hangingPunct="1">
              <a:defRPr kumimoji="0" sz="1100">
                <a:solidFill>
                  <a:schemeClr val="tx2"/>
                </a:solidFill>
              </a:defRPr>
            </a:lvl1pPr>
            <a:extLst/>
          </a:lstStyle>
          <a:p>
            <a:fld id="{C23CC162-935D-4A26-ADE4-4FED223F9431}" type="datetimeFigureOut">
              <a:rPr lang="en-US" smtClean="0"/>
              <a:pPr/>
              <a:t>2/11/2026</a:t>
            </a:fld>
            <a:endParaRPr lang="en-US" dirty="0"/>
          </a:p>
        </p:txBody>
      </p:sp>
      <p:sp>
        <p:nvSpPr>
          <p:cNvPr id="3" name="Footer Placeholder 2"/>
          <p:cNvSpPr>
            <a:spLocks noGrp="1"/>
          </p:cNvSpPr>
          <p:nvPr>
            <p:ph type="ftr" sz="quarter" idx="3"/>
          </p:nvPr>
        </p:nvSpPr>
        <p:spPr>
          <a:xfrm>
            <a:off x="914400" y="6416675"/>
            <a:ext cx="5562600" cy="365125"/>
          </a:xfrm>
          <a:prstGeom prst="rect">
            <a:avLst/>
          </a:prstGeom>
        </p:spPr>
        <p:txBody>
          <a:bodyPr vert="horz" anchor="b"/>
          <a:lstStyle>
            <a:lvl1pPr algn="r" eaLnBrk="1" latinLnBrk="0" hangingPunct="1">
              <a:defRPr kumimoji="0" sz="1100">
                <a:solidFill>
                  <a:schemeClr val="tx2"/>
                </a:solidFill>
              </a:defRPr>
            </a:lvl1pPr>
            <a:extLst/>
          </a:lstStyle>
          <a:p>
            <a:endParaRPr lang="en-US" dirty="0"/>
          </a:p>
        </p:txBody>
      </p:sp>
      <p:sp>
        <p:nvSpPr>
          <p:cNvPr id="23" name="Slide Number Placeholder 22"/>
          <p:cNvSpPr>
            <a:spLocks noGrp="1"/>
          </p:cNvSpPr>
          <p:nvPr>
            <p:ph type="sldNum" sz="quarter" idx="4"/>
          </p:nvPr>
        </p:nvSpPr>
        <p:spPr>
          <a:xfrm>
            <a:off x="8610600" y="6416675"/>
            <a:ext cx="457200" cy="365125"/>
          </a:xfrm>
          <a:prstGeom prst="rect">
            <a:avLst/>
          </a:prstGeom>
        </p:spPr>
        <p:txBody>
          <a:bodyPr vert="horz" anchor="b"/>
          <a:lstStyle>
            <a:lvl1pPr algn="l" eaLnBrk="1" latinLnBrk="0" hangingPunct="1">
              <a:defRPr kumimoji="0" sz="1200">
                <a:solidFill>
                  <a:schemeClr val="tx2"/>
                </a:solidFill>
              </a:defRPr>
            </a:lvl1pPr>
            <a:extLst/>
          </a:lstStyle>
          <a:p>
            <a:fld id="{72D93AD1-0CA8-42B8-8CC9-C78C1CBC2CC8}"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000" kern="1200" spc="-100" baseline="0">
          <a:solidFill>
            <a:schemeClr val="tx2">
              <a:satMod val="200000"/>
            </a:schemeClr>
          </a:solidFill>
          <a:latin typeface="+mj-lt"/>
          <a:ea typeface="+mj-ea"/>
          <a:cs typeface="+mj-cs"/>
        </a:defRPr>
      </a:lvl1pPr>
      <a:extLst/>
    </p:titleStyle>
    <p:bodyStyle>
      <a:lvl1pPr marL="411480" indent="-342900" algn="l" rtl="0" eaLnBrk="1" latinLnBrk="0" hangingPunct="1">
        <a:spcBef>
          <a:spcPts val="700"/>
        </a:spcBef>
        <a:buClr>
          <a:schemeClr val="tx2"/>
        </a:buClr>
        <a:buSzPct val="95000"/>
        <a:buFont typeface="Wingdings"/>
        <a:buChar char=""/>
        <a:defRPr kumimoji="0" sz="3000" kern="1200">
          <a:solidFill>
            <a:schemeClr val="tx1"/>
          </a:solidFill>
          <a:latin typeface="+mn-lt"/>
          <a:ea typeface="+mn-ea"/>
          <a:cs typeface="+mn-cs"/>
        </a:defRPr>
      </a:lvl1pPr>
      <a:lvl2pPr marL="740664" indent="-285750" algn="l" rtl="0" eaLnBrk="1" latinLnBrk="0" hangingPunct="1">
        <a:spcBef>
          <a:spcPct val="20000"/>
        </a:spcBef>
        <a:buClr>
          <a:schemeClr val="accent2"/>
        </a:buClr>
        <a:buSzPct val="90000"/>
        <a:buFont typeface="Wingdings"/>
        <a:buChar char=""/>
        <a:defRPr kumimoji="0" sz="2600" kern="1200">
          <a:solidFill>
            <a:schemeClr val="tx1"/>
          </a:solidFill>
          <a:latin typeface="+mn-lt"/>
          <a:ea typeface="+mn-ea"/>
          <a:cs typeface="+mn-cs"/>
        </a:defRPr>
      </a:lvl2pPr>
      <a:lvl3pPr marL="996696" indent="-228600" algn="l" rtl="0" eaLnBrk="1" latinLnBrk="0" hangingPunct="1">
        <a:spcBef>
          <a:spcPct val="20000"/>
        </a:spcBef>
        <a:buClr>
          <a:schemeClr val="accent2"/>
        </a:buClr>
        <a:buFont typeface="Wingdings 2"/>
        <a:buChar char=""/>
        <a:defRPr kumimoji="0" sz="2400" kern="1200">
          <a:solidFill>
            <a:schemeClr val="tx1"/>
          </a:solidFill>
          <a:latin typeface="+mn-lt"/>
          <a:ea typeface="+mn-ea"/>
          <a:cs typeface="+mn-cs"/>
        </a:defRPr>
      </a:lvl3pPr>
      <a:lvl4pPr marL="1261872" indent="-228600" algn="l" rtl="0" eaLnBrk="1" latinLnBrk="0" hangingPunct="1">
        <a:spcBef>
          <a:spcPct val="20000"/>
        </a:spcBef>
        <a:buClr>
          <a:schemeClr val="accent3"/>
        </a:buClr>
        <a:buFont typeface="Wingdings 3"/>
        <a:buChar char=""/>
        <a:defRPr kumimoji="0" sz="2200" kern="1200">
          <a:solidFill>
            <a:schemeClr val="tx1"/>
          </a:solidFill>
          <a:latin typeface="+mn-lt"/>
          <a:ea typeface="+mn-ea"/>
          <a:cs typeface="+mn-cs"/>
        </a:defRPr>
      </a:lvl4pPr>
      <a:lvl5pPr marL="1481328" indent="-210312" algn="l" rtl="0" eaLnBrk="1" latinLnBrk="0" hangingPunct="1">
        <a:spcBef>
          <a:spcPct val="20000"/>
        </a:spcBef>
        <a:buClr>
          <a:schemeClr val="accent3"/>
        </a:buClr>
        <a:buFont typeface="Wingdings 2"/>
        <a:buChar char=""/>
        <a:defRPr kumimoji="0"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07504" y="1988840"/>
            <a:ext cx="9217024" cy="2246769"/>
          </a:xfrm>
          <a:prstGeom prst="rect">
            <a:avLst/>
          </a:prstGeom>
          <a:noFill/>
        </p:spPr>
        <p:txBody>
          <a:bodyPr wrap="square" rtlCol="0">
            <a:spAutoFit/>
          </a:bodyPr>
          <a:lstStyle/>
          <a:p>
            <a:r>
              <a:rPr lang="en-US" sz="4800" u="sng" dirty="0">
                <a:solidFill>
                  <a:srgbClr val="FF0000"/>
                </a:solidFill>
                <a:latin typeface="Algerian" pitchFamily="82" charset="0"/>
              </a:rPr>
              <a:t>Malware</a:t>
            </a:r>
            <a:r>
              <a:rPr lang="en-US" sz="4800" dirty="0">
                <a:latin typeface="Algerian" pitchFamily="82" charset="0"/>
              </a:rPr>
              <a:t> </a:t>
            </a:r>
            <a:r>
              <a:rPr lang="en-US" sz="4800" u="sng" dirty="0">
                <a:latin typeface="Algerian" pitchFamily="82" charset="0"/>
              </a:rPr>
              <a:t>Detection:</a:t>
            </a:r>
          </a:p>
          <a:p>
            <a:r>
              <a:rPr lang="en-US" sz="4800" dirty="0">
                <a:latin typeface="Algerian" pitchFamily="82" charset="0"/>
              </a:rPr>
              <a:t>        </a:t>
            </a:r>
            <a:r>
              <a:rPr lang="en-US" sz="4800" u="sng" dirty="0">
                <a:latin typeface="Algerian" pitchFamily="82" charset="0"/>
              </a:rPr>
              <a:t>Using</a:t>
            </a:r>
            <a:r>
              <a:rPr lang="en-US" sz="4800" dirty="0">
                <a:latin typeface="Algerian" pitchFamily="82" charset="0"/>
              </a:rPr>
              <a:t> </a:t>
            </a:r>
            <a:r>
              <a:rPr lang="en-US" sz="4800" u="sng" dirty="0">
                <a:solidFill>
                  <a:srgbClr val="FF0000"/>
                </a:solidFill>
                <a:latin typeface="Algerian" pitchFamily="82" charset="0"/>
              </a:rPr>
              <a:t>Machine</a:t>
            </a:r>
            <a:r>
              <a:rPr lang="en-US" sz="4800" dirty="0">
                <a:latin typeface="Algerian" pitchFamily="82" charset="0"/>
              </a:rPr>
              <a:t> </a:t>
            </a:r>
            <a:r>
              <a:rPr lang="en-US" sz="4800" u="sng" dirty="0">
                <a:latin typeface="Algerian" pitchFamily="82" charset="0"/>
              </a:rPr>
              <a:t>Learning</a:t>
            </a:r>
          </a:p>
          <a:p>
            <a:endParaRPr lang="en-US" sz="4400" i="1" dirty="0">
              <a:latin typeface="Algerian" pitchFamily="82" charset="0"/>
            </a:endParaRPr>
          </a:p>
        </p:txBody>
      </p:sp>
      <p:sp>
        <p:nvSpPr>
          <p:cNvPr id="10" name="Rectangle 9"/>
          <p:cNvSpPr/>
          <p:nvPr/>
        </p:nvSpPr>
        <p:spPr>
          <a:xfrm>
            <a:off x="107504" y="4581128"/>
            <a:ext cx="9145016" cy="923330"/>
          </a:xfrm>
          <a:prstGeom prst="rect">
            <a:avLst/>
          </a:prstGeom>
        </p:spPr>
        <p:txBody>
          <a:bodyPr wrap="square">
            <a:spAutoFit/>
          </a:bodyPr>
          <a:lstStyle/>
          <a:p>
            <a:r>
              <a:rPr lang="en-US" dirty="0">
                <a:latin typeface="Bitter" pitchFamily="34" charset="0"/>
                <a:ea typeface="Bitter" pitchFamily="34" charset="-122"/>
                <a:cs typeface="Bitter" pitchFamily="34" charset="-120"/>
              </a:rPr>
              <a:t>This presentation summarizes a practical ML pipeline for </a:t>
            </a:r>
            <a:r>
              <a:rPr lang="en-US" dirty="0">
                <a:solidFill>
                  <a:srgbClr val="FF0000"/>
                </a:solidFill>
                <a:latin typeface="Bitter" pitchFamily="34" charset="0"/>
                <a:ea typeface="Bitter" pitchFamily="34" charset="-122"/>
                <a:cs typeface="Bitter" pitchFamily="34" charset="-120"/>
              </a:rPr>
              <a:t>detecting malware </a:t>
            </a:r>
            <a:r>
              <a:rPr lang="en-US" dirty="0">
                <a:latin typeface="Bitter" pitchFamily="34" charset="0"/>
                <a:ea typeface="Bitter" pitchFamily="34" charset="-122"/>
                <a:cs typeface="Bitter" pitchFamily="34" charset="-120"/>
              </a:rPr>
              <a:t>from network traffic and executable binaries. It covers about malware, model training evaluation, a flowchart of the system, command-level code explanations, and outcomes.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checkerboard(across)">
                                      <p:cBhvr>
                                        <p:cTn id="7" dur="500"/>
                                        <p:tgtEl>
                                          <p:spTgt spid="9">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checkerboard(across)">
                                      <p:cBhvr>
                                        <p:cTn id="10" dur="500"/>
                                        <p:tgtEl>
                                          <p:spTgt spid="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7" presetClass="entr" presetSubtype="0" fill="hold" nodeType="clickEffect">
                                  <p:stCondLst>
                                    <p:cond delay="0"/>
                                  </p:stCondLst>
                                  <p:iterate type="lt">
                                    <p:tmPct val="50000"/>
                                  </p:iterate>
                                  <p:childTnLst>
                                    <p:set>
                                      <p:cBhvr>
                                        <p:cTn id="14" dur="1" fill="hold">
                                          <p:stCondLst>
                                            <p:cond delay="0"/>
                                          </p:stCondLst>
                                        </p:cTn>
                                        <p:tgtEl>
                                          <p:spTgt spid="10">
                                            <p:txEl>
                                              <p:pRg st="0" end="0"/>
                                            </p:txEl>
                                          </p:spTgt>
                                        </p:tgtEl>
                                        <p:attrNameLst>
                                          <p:attrName>style.visibility</p:attrName>
                                        </p:attrNameLst>
                                      </p:cBhvr>
                                      <p:to>
                                        <p:strVal val="visible"/>
                                      </p:to>
                                    </p:set>
                                    <p:anim calcmode="discrete" valueType="clr">
                                      <p:cBhvr override="childStyle">
                                        <p:cTn id="15" dur="80"/>
                                        <p:tgtEl>
                                          <p:spTgt spid="10">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6" dur="80"/>
                                        <p:tgtEl>
                                          <p:spTgt spid="10">
                                            <p:txEl>
                                              <p:pRg st="0" end="0"/>
                                            </p:txEl>
                                          </p:spTgt>
                                        </p:tgtEl>
                                        <p:attrNameLst>
                                          <p:attrName>fillcolor</p:attrName>
                                        </p:attrNameLst>
                                      </p:cBhvr>
                                      <p:tavLst>
                                        <p:tav tm="0">
                                          <p:val>
                                            <p:clrVal>
                                              <a:schemeClr val="accent2"/>
                                            </p:clrVal>
                                          </p:val>
                                        </p:tav>
                                        <p:tav tm="50000">
                                          <p:val>
                                            <p:clrVal>
                                              <a:schemeClr val="hlink"/>
                                            </p:clrVal>
                                          </p:val>
                                        </p:tav>
                                      </p:tavLst>
                                    </p:anim>
                                    <p:set>
                                      <p:cBhvr>
                                        <p:cTn id="17" dur="80"/>
                                        <p:tgtEl>
                                          <p:spTgt spid="10">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188640"/>
            <a:ext cx="8856912" cy="523220"/>
          </a:xfrm>
          <a:prstGeom prst="rect">
            <a:avLst/>
          </a:prstGeom>
          <a:noFill/>
        </p:spPr>
        <p:txBody>
          <a:bodyPr wrap="none" rtlCol="0">
            <a:spAutoFit/>
          </a:bodyPr>
          <a:lstStyle/>
          <a:p>
            <a:r>
              <a:rPr lang="en-US" sz="2800" u="sng" dirty="0">
                <a:latin typeface="Algerian" pitchFamily="82" charset="0"/>
              </a:rPr>
              <a:t>Now</a:t>
            </a:r>
            <a:r>
              <a:rPr lang="en-US" sz="2800" dirty="0">
                <a:latin typeface="Algerian" pitchFamily="82" charset="0"/>
              </a:rPr>
              <a:t> </a:t>
            </a:r>
            <a:r>
              <a:rPr lang="en-US" sz="2800" u="sng" dirty="0">
                <a:latin typeface="Algerian" pitchFamily="82" charset="0"/>
              </a:rPr>
              <a:t>lets</a:t>
            </a:r>
            <a:r>
              <a:rPr lang="en-US" sz="2800" dirty="0">
                <a:latin typeface="Algerian" pitchFamily="82" charset="0"/>
              </a:rPr>
              <a:t> </a:t>
            </a:r>
            <a:r>
              <a:rPr lang="en-US" sz="2800" u="sng" dirty="0">
                <a:latin typeface="Algerian" pitchFamily="82" charset="0"/>
              </a:rPr>
              <a:t>know</a:t>
            </a:r>
            <a:r>
              <a:rPr lang="en-US" sz="2800" dirty="0">
                <a:latin typeface="Algerian" pitchFamily="82" charset="0"/>
              </a:rPr>
              <a:t> </a:t>
            </a:r>
            <a:r>
              <a:rPr lang="en-US" sz="2800" u="sng" dirty="0">
                <a:latin typeface="Algerian" pitchFamily="82" charset="0"/>
              </a:rPr>
              <a:t>about</a:t>
            </a:r>
            <a:r>
              <a:rPr lang="en-US" sz="2800" dirty="0">
                <a:latin typeface="Algerian" pitchFamily="82" charset="0"/>
              </a:rPr>
              <a:t> </a:t>
            </a:r>
            <a:r>
              <a:rPr lang="en-US" sz="2800" u="sng" dirty="0">
                <a:latin typeface="Algerian" pitchFamily="82" charset="0"/>
              </a:rPr>
              <a:t>what</a:t>
            </a:r>
            <a:r>
              <a:rPr lang="en-US" sz="2800" dirty="0">
                <a:latin typeface="Algerian" pitchFamily="82" charset="0"/>
              </a:rPr>
              <a:t> </a:t>
            </a:r>
            <a:r>
              <a:rPr lang="en-US" sz="2800" i="1" dirty="0">
                <a:ln w="10160">
                  <a:solidFill>
                    <a:schemeClr val="accent2">
                      <a:lumMod val="50000"/>
                    </a:schemeClr>
                  </a:solidFill>
                  <a:prstDash val="solid"/>
                </a:ln>
                <a:solidFill>
                  <a:srgbClr val="FF0000"/>
                </a:solidFill>
                <a:effectLst>
                  <a:outerShdw blurRad="38100" dist="32000" dir="5400000" algn="tl">
                    <a:srgbClr val="000000">
                      <a:alpha val="30000"/>
                    </a:srgbClr>
                  </a:outerShdw>
                </a:effectLst>
                <a:latin typeface="Algerian" pitchFamily="82" charset="0"/>
              </a:rPr>
              <a:t>“</a:t>
            </a:r>
            <a:r>
              <a:rPr lang="en-US" sz="2800" i="1" u="sng" dirty="0">
                <a:ln w="10160">
                  <a:solidFill>
                    <a:schemeClr val="accent2">
                      <a:lumMod val="50000"/>
                    </a:schemeClr>
                  </a:solidFill>
                  <a:prstDash val="solid"/>
                </a:ln>
                <a:solidFill>
                  <a:srgbClr val="FF0000"/>
                </a:solidFill>
                <a:effectLst>
                  <a:outerShdw blurRad="38100" dist="32000" dir="5400000" algn="tl">
                    <a:srgbClr val="000000">
                      <a:alpha val="30000"/>
                    </a:srgbClr>
                  </a:outerShdw>
                </a:effectLst>
                <a:latin typeface="Algerian" pitchFamily="82" charset="0"/>
              </a:rPr>
              <a:t>malware</a:t>
            </a:r>
            <a:r>
              <a:rPr lang="en-US" sz="2800" i="1" dirty="0">
                <a:ln w="10160">
                  <a:solidFill>
                    <a:schemeClr val="accent2">
                      <a:lumMod val="50000"/>
                    </a:schemeClr>
                  </a:solidFill>
                  <a:prstDash val="solid"/>
                </a:ln>
                <a:solidFill>
                  <a:srgbClr val="FF0000"/>
                </a:solidFill>
                <a:effectLst>
                  <a:outerShdw blurRad="38100" dist="32000" dir="5400000" algn="tl">
                    <a:srgbClr val="000000">
                      <a:alpha val="30000"/>
                    </a:srgbClr>
                  </a:outerShdw>
                </a:effectLst>
                <a:latin typeface="Algerian" pitchFamily="82" charset="0"/>
              </a:rPr>
              <a:t>”</a:t>
            </a:r>
            <a:r>
              <a:rPr lang="en-US" sz="2800" i="1" dirty="0">
                <a:ln w="10160">
                  <a:solidFill>
                    <a:schemeClr val="accent1"/>
                  </a:solidFill>
                  <a:prstDash val="solid"/>
                </a:ln>
                <a:solidFill>
                  <a:srgbClr val="FFFFFF"/>
                </a:solidFill>
                <a:effectLst>
                  <a:outerShdw blurRad="38100" dist="32000" dir="5400000" algn="tl">
                    <a:srgbClr val="000000">
                      <a:alpha val="30000"/>
                    </a:srgbClr>
                  </a:outerShdw>
                </a:effectLst>
                <a:latin typeface="Algerian" pitchFamily="82" charset="0"/>
              </a:rPr>
              <a:t>  </a:t>
            </a:r>
            <a:r>
              <a:rPr lang="en-US" sz="2800" u="sng" dirty="0">
                <a:latin typeface="Algerian" pitchFamily="82" charset="0"/>
              </a:rPr>
              <a:t>means</a:t>
            </a:r>
            <a:r>
              <a:rPr lang="en-US" sz="2800" dirty="0">
                <a:latin typeface="Algerian" pitchFamily="82" charset="0"/>
              </a:rPr>
              <a:t>:</a:t>
            </a:r>
            <a:r>
              <a:rPr lang="en-US" sz="2800" dirty="0"/>
              <a:t> </a:t>
            </a:r>
            <a:endParaRPr lang="en-US" sz="2800" dirty="0">
              <a:latin typeface="Algerian" pitchFamily="82" charset="0"/>
            </a:endParaRPr>
          </a:p>
        </p:txBody>
      </p:sp>
      <p:sp>
        <p:nvSpPr>
          <p:cNvPr id="3" name="TextBox 2"/>
          <p:cNvSpPr txBox="1"/>
          <p:nvPr/>
        </p:nvSpPr>
        <p:spPr>
          <a:xfrm>
            <a:off x="0" y="1052736"/>
            <a:ext cx="9293794" cy="1477328"/>
          </a:xfrm>
          <a:prstGeom prst="rect">
            <a:avLst/>
          </a:prstGeom>
          <a:noFill/>
        </p:spPr>
        <p:txBody>
          <a:bodyPr wrap="square" rtlCol="0">
            <a:spAutoFit/>
          </a:bodyPr>
          <a:lstStyle/>
          <a:p>
            <a:pPr marL="0" lvl="1"/>
            <a:r>
              <a:rPr lang="en-US" b="1" dirty="0"/>
              <a:t>👉</a:t>
            </a:r>
            <a:r>
              <a:rPr lang="en-US" dirty="0"/>
              <a:t>   </a:t>
            </a:r>
            <a:r>
              <a:rPr lang="en-US" b="1" i="1" dirty="0">
                <a:latin typeface="Arial Narrow" pitchFamily="34" charset="0"/>
              </a:rPr>
              <a:t>Malware is </a:t>
            </a:r>
            <a:r>
              <a:rPr lang="en-US" b="1" i="1" u="sng" dirty="0">
                <a:latin typeface="Arial Narrow" pitchFamily="34" charset="0"/>
              </a:rPr>
              <a:t>malicious</a:t>
            </a:r>
            <a:r>
              <a:rPr lang="en-US" b="1" i="1" dirty="0">
                <a:latin typeface="Arial Narrow" pitchFamily="34" charset="0"/>
              </a:rPr>
              <a:t> </a:t>
            </a:r>
            <a:r>
              <a:rPr lang="en-US" b="1" i="1" u="sng" dirty="0">
                <a:latin typeface="Arial Narrow" pitchFamily="34" charset="0"/>
              </a:rPr>
              <a:t>software </a:t>
            </a:r>
            <a:r>
              <a:rPr lang="en-US" b="1" i="1" dirty="0">
                <a:latin typeface="Arial Narrow" pitchFamily="34" charset="0"/>
              </a:rPr>
              <a:t>designed to harm computer systems. It can steal sensitive data or spy on users. Malware may damage files or slow down system performance. It refers to software created with harmful intent. It can enter a system without the user’s knowledge. Its purpose is to disrupt, damage, or gain unauthorized access. Malware can affect both personal and organizational data.</a:t>
            </a:r>
          </a:p>
        </p:txBody>
      </p:sp>
      <p:sp>
        <p:nvSpPr>
          <p:cNvPr id="4" name="TextBox 3"/>
          <p:cNvSpPr txBox="1"/>
          <p:nvPr/>
        </p:nvSpPr>
        <p:spPr>
          <a:xfrm>
            <a:off x="150" y="3645024"/>
            <a:ext cx="9143850" cy="523220"/>
          </a:xfrm>
          <a:prstGeom prst="rect">
            <a:avLst/>
          </a:prstGeom>
          <a:noFill/>
          <a:ln>
            <a:noFill/>
          </a:ln>
        </p:spPr>
        <p:txBody>
          <a:bodyPr wrap="none" rtlCol="0">
            <a:spAutoFit/>
          </a:bodyPr>
          <a:lstStyle/>
          <a:p>
            <a:r>
              <a:rPr lang="en-US" sz="2800" u="sng" dirty="0">
                <a:latin typeface="Algerian" pitchFamily="82" charset="0"/>
              </a:rPr>
              <a:t>About</a:t>
            </a:r>
            <a:r>
              <a:rPr lang="en-US" sz="2800" dirty="0">
                <a:latin typeface="Algerian" pitchFamily="82" charset="0"/>
              </a:rPr>
              <a:t> </a:t>
            </a:r>
            <a:r>
              <a:rPr lang="en-US" sz="2800" u="sng" dirty="0">
                <a:latin typeface="Algerian" pitchFamily="82" charset="0"/>
              </a:rPr>
              <a:t>the</a:t>
            </a:r>
            <a:r>
              <a:rPr lang="en-US" sz="2800" dirty="0">
                <a:latin typeface="Algerian" pitchFamily="82" charset="0"/>
              </a:rPr>
              <a:t> </a:t>
            </a:r>
            <a:r>
              <a:rPr lang="en-US" sz="2800" u="sng" dirty="0">
                <a:latin typeface="Algerian" pitchFamily="82" charset="0"/>
              </a:rPr>
              <a:t>Project</a:t>
            </a:r>
            <a:r>
              <a:rPr lang="en-US" sz="2800" dirty="0">
                <a:latin typeface="Algerian" pitchFamily="82" charset="0"/>
              </a:rPr>
              <a:t>: </a:t>
            </a:r>
            <a:r>
              <a:rPr lang="en-US" sz="2800" i="1" u="sng" dirty="0">
                <a:ln w="10160">
                  <a:solidFill>
                    <a:schemeClr val="accent2">
                      <a:lumMod val="50000"/>
                    </a:schemeClr>
                  </a:solidFill>
                  <a:prstDash val="solid"/>
                </a:ln>
                <a:solidFill>
                  <a:srgbClr val="FF0000"/>
                </a:solidFill>
                <a:effectLst>
                  <a:outerShdw blurRad="38100" dist="32000" dir="5400000" algn="tl">
                    <a:srgbClr val="000000">
                      <a:alpha val="30000"/>
                    </a:srgbClr>
                  </a:outerShdw>
                </a:effectLst>
                <a:latin typeface="Algerian" pitchFamily="82" charset="0"/>
              </a:rPr>
              <a:t>malware</a:t>
            </a:r>
            <a:r>
              <a:rPr lang="en-US" sz="2800" i="1" dirty="0">
                <a:ln w="10160">
                  <a:solidFill>
                    <a:schemeClr val="accent2">
                      <a:lumMod val="50000"/>
                    </a:schemeClr>
                  </a:solidFill>
                  <a:prstDash val="solid"/>
                </a:ln>
                <a:solidFill>
                  <a:srgbClr val="FF0000"/>
                </a:solidFill>
                <a:effectLst>
                  <a:outerShdw blurRad="38100" dist="32000" dir="5400000" algn="tl">
                    <a:srgbClr val="000000">
                      <a:alpha val="30000"/>
                    </a:srgbClr>
                  </a:outerShdw>
                </a:effectLst>
                <a:latin typeface="Algerian" pitchFamily="82" charset="0"/>
              </a:rPr>
              <a:t> </a:t>
            </a:r>
            <a:r>
              <a:rPr lang="en-US" sz="2800" i="1" u="sng" dirty="0">
                <a:ln w="10160">
                  <a:solidFill>
                    <a:schemeClr val="accent2">
                      <a:lumMod val="50000"/>
                    </a:schemeClr>
                  </a:solidFill>
                  <a:prstDash val="solid"/>
                </a:ln>
                <a:solidFill>
                  <a:srgbClr val="FF0000"/>
                </a:solidFill>
                <a:effectLst>
                  <a:outerShdw blurRad="38100" dist="32000" dir="5400000" algn="tl">
                    <a:srgbClr val="000000">
                      <a:alpha val="30000"/>
                    </a:srgbClr>
                  </a:outerShdw>
                </a:effectLst>
                <a:latin typeface="Algerian" pitchFamily="82" charset="0"/>
              </a:rPr>
              <a:t>detection</a:t>
            </a:r>
            <a:r>
              <a:rPr lang="en-US" sz="2800" i="1" dirty="0">
                <a:ln w="10160">
                  <a:solidFill>
                    <a:schemeClr val="accent2">
                      <a:lumMod val="50000"/>
                    </a:schemeClr>
                  </a:solidFill>
                  <a:prstDash val="solid"/>
                </a:ln>
                <a:solidFill>
                  <a:srgbClr val="FF0000"/>
                </a:solidFill>
                <a:effectLst>
                  <a:outerShdw blurRad="38100" dist="32000" dir="5400000" algn="tl">
                    <a:srgbClr val="000000">
                      <a:alpha val="30000"/>
                    </a:srgbClr>
                  </a:outerShdw>
                </a:effectLst>
                <a:latin typeface="Algerian" pitchFamily="82" charset="0"/>
              </a:rPr>
              <a:t> </a:t>
            </a:r>
            <a:r>
              <a:rPr lang="en-US" sz="2800" i="1" u="sng" dirty="0">
                <a:ln w="10160">
                  <a:solidFill>
                    <a:schemeClr val="accent2">
                      <a:lumMod val="50000"/>
                    </a:schemeClr>
                  </a:solidFill>
                  <a:prstDash val="solid"/>
                </a:ln>
                <a:solidFill>
                  <a:srgbClr val="FF0000"/>
                </a:solidFill>
                <a:effectLst>
                  <a:outerShdw blurRad="38100" dist="32000" dir="5400000" algn="tl">
                    <a:srgbClr val="000000">
                      <a:alpha val="30000"/>
                    </a:srgbClr>
                  </a:outerShdw>
                </a:effectLst>
                <a:latin typeface="Algerian" pitchFamily="82" charset="0"/>
              </a:rPr>
              <a:t>using</a:t>
            </a:r>
            <a:r>
              <a:rPr lang="en-US" sz="2800" i="1" dirty="0">
                <a:ln w="10160">
                  <a:solidFill>
                    <a:schemeClr val="accent2">
                      <a:lumMod val="50000"/>
                    </a:schemeClr>
                  </a:solidFill>
                  <a:prstDash val="solid"/>
                </a:ln>
                <a:solidFill>
                  <a:srgbClr val="FF0000"/>
                </a:solidFill>
                <a:effectLst>
                  <a:outerShdw blurRad="38100" dist="32000" dir="5400000" algn="tl">
                    <a:srgbClr val="000000">
                      <a:alpha val="30000"/>
                    </a:srgbClr>
                  </a:outerShdw>
                </a:effectLst>
                <a:latin typeface="Algerian" pitchFamily="82" charset="0"/>
              </a:rPr>
              <a:t> </a:t>
            </a:r>
            <a:r>
              <a:rPr lang="en-US" sz="2800" i="1" u="sng" dirty="0">
                <a:ln w="10160">
                  <a:solidFill>
                    <a:schemeClr val="accent2">
                      <a:lumMod val="50000"/>
                    </a:schemeClr>
                  </a:solidFill>
                  <a:prstDash val="solid"/>
                </a:ln>
                <a:solidFill>
                  <a:srgbClr val="FF0000"/>
                </a:solidFill>
                <a:effectLst>
                  <a:outerShdw blurRad="38100" dist="32000" dir="5400000" algn="tl">
                    <a:srgbClr val="000000">
                      <a:alpha val="30000"/>
                    </a:srgbClr>
                  </a:outerShdw>
                </a:effectLst>
                <a:latin typeface="Algerian" pitchFamily="82" charset="0"/>
              </a:rPr>
              <a:t>ml</a:t>
            </a:r>
          </a:p>
        </p:txBody>
      </p:sp>
      <p:sp>
        <p:nvSpPr>
          <p:cNvPr id="5" name="TextBox 4"/>
          <p:cNvSpPr txBox="1"/>
          <p:nvPr/>
        </p:nvSpPr>
        <p:spPr>
          <a:xfrm>
            <a:off x="0" y="4581128"/>
            <a:ext cx="9144000" cy="1754326"/>
          </a:xfrm>
          <a:prstGeom prst="rect">
            <a:avLst/>
          </a:prstGeom>
          <a:noFill/>
        </p:spPr>
        <p:txBody>
          <a:bodyPr wrap="square" rtlCol="0">
            <a:spAutoFit/>
          </a:bodyPr>
          <a:lstStyle/>
          <a:p>
            <a:r>
              <a:rPr lang="en-US" b="1" dirty="0"/>
              <a:t>👉</a:t>
            </a:r>
            <a:r>
              <a:rPr lang="en-US" b="1" i="1" dirty="0">
                <a:latin typeface="Arial Narrow" pitchFamily="34" charset="0"/>
              </a:rPr>
              <a:t>  </a:t>
            </a:r>
            <a:r>
              <a:rPr lang="en-US" b="1" dirty="0"/>
              <a:t> </a:t>
            </a:r>
            <a:r>
              <a:rPr lang="en-US" b="1" i="1" dirty="0">
                <a:latin typeface="Arial Narrow" pitchFamily="34" charset="0"/>
              </a:rPr>
              <a:t>The Malware Detection Using Machine Learning project is about building an intelligent security system that analyzes file characteristics and behavioral patterns to accurately identify malicious software, helping protect computer systems from known and unknown cyber threats. This project focuses on protecting computer systems from malware threats</a:t>
            </a:r>
          </a:p>
          <a:p>
            <a:endParaRPr lang="en-US" b="1" i="1" dirty="0">
              <a:latin typeface="Arial Narrow" pitchFamily="34" charset="0"/>
            </a:endParaRPr>
          </a:p>
          <a:p>
            <a:endParaRPr lang="en-US" dirty="0"/>
          </a:p>
        </p:txBody>
      </p:sp>
      <p:pic>
        <p:nvPicPr>
          <p:cNvPr id="7" name="Picture 6" descr="download.png"/>
          <p:cNvPicPr>
            <a:picLocks noChangeAspect="1"/>
          </p:cNvPicPr>
          <p:nvPr/>
        </p:nvPicPr>
        <p:blipFill>
          <a:blip r:embed="rId2" cstate="print"/>
          <a:srcRect t="22105" b="33421"/>
          <a:stretch>
            <a:fillRect/>
          </a:stretch>
        </p:blipFill>
        <p:spPr>
          <a:xfrm>
            <a:off x="0" y="2780928"/>
            <a:ext cx="9144000" cy="579502"/>
          </a:xfrm>
          <a:prstGeom prst="rect">
            <a:avLst/>
          </a:prstGeom>
        </p:spPr>
      </p:pic>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7" presetClass="entr" presetSubtype="0" fill="hold" nodeType="clickEffect">
                                  <p:stCondLst>
                                    <p:cond delay="0"/>
                                  </p:stCondLst>
                                  <p:iterate type="lt">
                                    <p:tmPct val="50000"/>
                                  </p:iterate>
                                  <p:childTnLst>
                                    <p:set>
                                      <p:cBhvr>
                                        <p:cTn id="11" dur="1" fill="hold">
                                          <p:stCondLst>
                                            <p:cond delay="0"/>
                                          </p:stCondLst>
                                        </p:cTn>
                                        <p:tgtEl>
                                          <p:spTgt spid="3">
                                            <p:txEl>
                                              <p:pRg st="0" end="0"/>
                                            </p:txEl>
                                          </p:spTgt>
                                        </p:tgtEl>
                                        <p:attrNameLst>
                                          <p:attrName>style.visibility</p:attrName>
                                        </p:attrNameLst>
                                      </p:cBhvr>
                                      <p:to>
                                        <p:strVal val="visible"/>
                                      </p:to>
                                    </p:set>
                                    <p:anim calcmode="discrete" valueType="clr">
                                      <p:cBhvr override="childStyle">
                                        <p:cTn id="12" dur="80"/>
                                        <p:tgtEl>
                                          <p:spTgt spid="3">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3">
                                            <p:txEl>
                                              <p:pRg st="0" end="0"/>
                                            </p:txEl>
                                          </p:spTgt>
                                        </p:tgtEl>
                                        <p:attrNameLst>
                                          <p:attrName>fillcolor</p:attrName>
                                        </p:attrNameLst>
                                      </p:cBhvr>
                                      <p:tavLst>
                                        <p:tav tm="0">
                                          <p:val>
                                            <p:clrVal>
                                              <a:schemeClr val="accent2"/>
                                            </p:clrVal>
                                          </p:val>
                                        </p:tav>
                                        <p:tav tm="50000">
                                          <p:val>
                                            <p:clrVal>
                                              <a:schemeClr val="hlink"/>
                                            </p:clrVal>
                                          </p:val>
                                        </p:tav>
                                      </p:tavLst>
                                    </p:anim>
                                    <p:set>
                                      <p:cBhvr>
                                        <p:cTn id="14" dur="80"/>
                                        <p:tgtEl>
                                          <p:spTgt spid="3">
                                            <p:txEl>
                                              <p:pRg st="0" end="0"/>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animEffect transition="in" filter="blinds(horizontal)">
                                      <p:cBhvr>
                                        <p:cTn id="19" dur="500"/>
                                        <p:tgtEl>
                                          <p:spTgt spid="4">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7" presetClass="entr" presetSubtype="0" fill="hold" nodeType="clickEffect">
                                  <p:stCondLst>
                                    <p:cond delay="0"/>
                                  </p:stCondLst>
                                  <p:iterate type="lt">
                                    <p:tmPct val="50000"/>
                                  </p:iterate>
                                  <p:childTnLst>
                                    <p:set>
                                      <p:cBhvr>
                                        <p:cTn id="23" dur="1" fill="hold">
                                          <p:stCondLst>
                                            <p:cond delay="0"/>
                                          </p:stCondLst>
                                        </p:cTn>
                                        <p:tgtEl>
                                          <p:spTgt spid="5">
                                            <p:txEl>
                                              <p:pRg st="0" end="0"/>
                                            </p:txEl>
                                          </p:spTgt>
                                        </p:tgtEl>
                                        <p:attrNameLst>
                                          <p:attrName>style.visibility</p:attrName>
                                        </p:attrNameLst>
                                      </p:cBhvr>
                                      <p:to>
                                        <p:strVal val="visible"/>
                                      </p:to>
                                    </p:set>
                                    <p:anim calcmode="discrete" valueType="clr">
                                      <p:cBhvr override="childStyle">
                                        <p:cTn id="24" dur="80"/>
                                        <p:tgtEl>
                                          <p:spTgt spid="5">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5" dur="80"/>
                                        <p:tgtEl>
                                          <p:spTgt spid="5">
                                            <p:txEl>
                                              <p:pRg st="0" end="0"/>
                                            </p:txEl>
                                          </p:spTgt>
                                        </p:tgtEl>
                                        <p:attrNameLst>
                                          <p:attrName>fillcolor</p:attrName>
                                        </p:attrNameLst>
                                      </p:cBhvr>
                                      <p:tavLst>
                                        <p:tav tm="0">
                                          <p:val>
                                            <p:clrVal>
                                              <a:schemeClr val="accent2"/>
                                            </p:clrVal>
                                          </p:val>
                                        </p:tav>
                                        <p:tav tm="50000">
                                          <p:val>
                                            <p:clrVal>
                                              <a:schemeClr val="hlink"/>
                                            </p:clrVal>
                                          </p:val>
                                        </p:tav>
                                      </p:tavLst>
                                    </p:anim>
                                    <p:set>
                                      <p:cBhvr>
                                        <p:cTn id="26" dur="80"/>
                                        <p:tgtEl>
                                          <p:spTgt spid="5">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87606" y="260648"/>
            <a:ext cx="5121916" cy="523220"/>
          </a:xfrm>
          <a:prstGeom prst="rect">
            <a:avLst/>
          </a:prstGeom>
          <a:noFill/>
        </p:spPr>
        <p:txBody>
          <a:bodyPr wrap="none" rtlCol="0">
            <a:spAutoFit/>
          </a:bodyPr>
          <a:lstStyle/>
          <a:p>
            <a:pPr algn="ctr"/>
            <a:r>
              <a:rPr lang="en-US" sz="2800" u="sng" dirty="0">
                <a:latin typeface="Algerian" pitchFamily="82" charset="0"/>
              </a:rPr>
              <a:t>Why</a:t>
            </a:r>
            <a:r>
              <a:rPr lang="en-US" sz="2800" dirty="0">
                <a:latin typeface="Algerian" pitchFamily="82" charset="0"/>
              </a:rPr>
              <a:t> </a:t>
            </a:r>
            <a:r>
              <a:rPr lang="en-US" sz="2800" u="sng" dirty="0">
                <a:latin typeface="Algerian" pitchFamily="82" charset="0"/>
              </a:rPr>
              <a:t>this</a:t>
            </a:r>
            <a:r>
              <a:rPr lang="en-US" sz="2800" dirty="0">
                <a:latin typeface="Algerian" pitchFamily="82" charset="0"/>
              </a:rPr>
              <a:t> </a:t>
            </a:r>
            <a:r>
              <a:rPr lang="en-US" sz="2800" u="sng" dirty="0">
                <a:latin typeface="Algerian" pitchFamily="82" charset="0"/>
              </a:rPr>
              <a:t>project</a:t>
            </a:r>
            <a:r>
              <a:rPr lang="en-US" sz="2800" dirty="0">
                <a:latin typeface="Algerian" pitchFamily="82" charset="0"/>
              </a:rPr>
              <a:t> </a:t>
            </a:r>
            <a:r>
              <a:rPr lang="en-US" sz="2800" u="sng" dirty="0">
                <a:latin typeface="Algerian" pitchFamily="82" charset="0"/>
              </a:rPr>
              <a:t>matters</a:t>
            </a:r>
            <a:r>
              <a:rPr lang="en-US" sz="2800" dirty="0">
                <a:latin typeface="Algerian" pitchFamily="82" charset="0"/>
              </a:rPr>
              <a:t>:</a:t>
            </a:r>
          </a:p>
        </p:txBody>
      </p:sp>
      <p:sp>
        <p:nvSpPr>
          <p:cNvPr id="3" name="TextBox 2"/>
          <p:cNvSpPr txBox="1"/>
          <p:nvPr/>
        </p:nvSpPr>
        <p:spPr>
          <a:xfrm>
            <a:off x="539552" y="1268760"/>
            <a:ext cx="4851008" cy="1477328"/>
          </a:xfrm>
          <a:prstGeom prst="rect">
            <a:avLst/>
          </a:prstGeom>
          <a:noFill/>
        </p:spPr>
        <p:txBody>
          <a:bodyPr wrap="none" rtlCol="0">
            <a:spAutoFit/>
          </a:bodyPr>
          <a:lstStyle/>
          <a:p>
            <a:r>
              <a:rPr lang="en-US" dirty="0">
                <a:solidFill>
                  <a:srgbClr val="FF0000"/>
                </a:solidFill>
                <a:latin typeface="Algerian" pitchFamily="82" charset="0"/>
              </a:rPr>
              <a:t>🔐</a:t>
            </a:r>
            <a:r>
              <a:rPr lang="en-US" b="1" i="1" dirty="0">
                <a:latin typeface="Arial Narrow" pitchFamily="34" charset="0"/>
              </a:rPr>
              <a:t>      Protects systems from harmful software.</a:t>
            </a:r>
          </a:p>
          <a:p>
            <a:r>
              <a:rPr lang="en-US" dirty="0">
                <a:solidFill>
                  <a:srgbClr val="FF0000"/>
                </a:solidFill>
                <a:latin typeface="Algerian" pitchFamily="82" charset="0"/>
              </a:rPr>
              <a:t>🧠</a:t>
            </a:r>
            <a:r>
              <a:rPr lang="en-US" b="1" i="1" dirty="0">
                <a:latin typeface="Arial Narrow" pitchFamily="34" charset="0"/>
              </a:rPr>
              <a:t>      Detects new and unknown malware using ML.</a:t>
            </a:r>
          </a:p>
          <a:p>
            <a:r>
              <a:rPr lang="en-US" dirty="0">
                <a:solidFill>
                  <a:srgbClr val="FF0000"/>
                </a:solidFill>
                <a:latin typeface="Algerian" pitchFamily="82" charset="0"/>
              </a:rPr>
              <a:t>⚡</a:t>
            </a:r>
            <a:r>
              <a:rPr lang="en-US" b="1" i="1" dirty="0">
                <a:latin typeface="Arial Narrow" pitchFamily="34" charset="0"/>
              </a:rPr>
              <a:t>   Stops attacks before major damage.</a:t>
            </a:r>
          </a:p>
          <a:p>
            <a:r>
              <a:rPr lang="en-US" dirty="0">
                <a:solidFill>
                  <a:srgbClr val="FF0000"/>
                </a:solidFill>
                <a:latin typeface="Algerian" pitchFamily="82" charset="0"/>
              </a:rPr>
              <a:t>🏢</a:t>
            </a:r>
            <a:r>
              <a:rPr lang="en-US" b="1" i="1" dirty="0">
                <a:latin typeface="Arial Narrow" pitchFamily="34" charset="0"/>
              </a:rPr>
              <a:t>     Used in real-world cyber security systems.</a:t>
            </a:r>
          </a:p>
          <a:p>
            <a:endParaRPr lang="en-US" dirty="0"/>
          </a:p>
        </p:txBody>
      </p:sp>
      <p:sp>
        <p:nvSpPr>
          <p:cNvPr id="4" name="TextBox 3"/>
          <p:cNvSpPr txBox="1"/>
          <p:nvPr/>
        </p:nvSpPr>
        <p:spPr>
          <a:xfrm>
            <a:off x="755576" y="4509120"/>
            <a:ext cx="7486345" cy="1754326"/>
          </a:xfrm>
          <a:prstGeom prst="rect">
            <a:avLst/>
          </a:prstGeom>
          <a:noFill/>
        </p:spPr>
        <p:txBody>
          <a:bodyPr wrap="none" rtlCol="0">
            <a:spAutoFit/>
          </a:bodyPr>
          <a:lstStyle/>
          <a:p>
            <a:r>
              <a:rPr lang="en-US" dirty="0">
                <a:solidFill>
                  <a:srgbClr val="FF0000"/>
                </a:solidFill>
                <a:latin typeface="Algerian" pitchFamily="82" charset="0"/>
              </a:rPr>
              <a:t>📂</a:t>
            </a:r>
            <a:r>
              <a:rPr lang="en-US" b="1" i="1" dirty="0">
                <a:latin typeface="Arial Narrow" pitchFamily="34" charset="0"/>
              </a:rPr>
              <a:t>      Collect data → Malware and safe (benign) files are gathered.</a:t>
            </a:r>
          </a:p>
          <a:p>
            <a:r>
              <a:rPr lang="en-US" dirty="0">
                <a:solidFill>
                  <a:srgbClr val="FF0000"/>
                </a:solidFill>
                <a:latin typeface="Algerian" pitchFamily="82" charset="0"/>
              </a:rPr>
              <a:t>🔎</a:t>
            </a:r>
            <a:r>
              <a:rPr lang="en-US" b="1" i="1" dirty="0">
                <a:latin typeface="Arial Narrow" pitchFamily="34" charset="0"/>
              </a:rPr>
              <a:t>      Extract features → Important file details are taken for analysis.</a:t>
            </a:r>
          </a:p>
          <a:p>
            <a:r>
              <a:rPr lang="en-US" dirty="0">
                <a:solidFill>
                  <a:srgbClr val="FF0000"/>
                </a:solidFill>
                <a:latin typeface="Algerian" pitchFamily="82" charset="0"/>
              </a:rPr>
              <a:t>🧠    </a:t>
            </a:r>
            <a:r>
              <a:rPr lang="en-US" b="1" i="1" dirty="0">
                <a:latin typeface="Arial Narrow" pitchFamily="34" charset="0"/>
              </a:rPr>
              <a:t> Train ML model → Model learns to tell malware from safe files.</a:t>
            </a:r>
          </a:p>
          <a:p>
            <a:r>
              <a:rPr lang="en-US" dirty="0">
                <a:solidFill>
                  <a:srgbClr val="FF0000"/>
                </a:solidFill>
                <a:latin typeface="Algerian" pitchFamily="82" charset="0"/>
              </a:rPr>
              <a:t>🧪</a:t>
            </a:r>
            <a:r>
              <a:rPr lang="en-US" b="1" i="1" dirty="0">
                <a:latin typeface="Arial Narrow" pitchFamily="34" charset="0"/>
              </a:rPr>
              <a:t>     Test detection → New files are checked by the trained model.</a:t>
            </a:r>
          </a:p>
          <a:p>
            <a:r>
              <a:rPr lang="en-US" dirty="0">
                <a:solidFill>
                  <a:srgbClr val="FF0000"/>
                </a:solidFill>
                <a:latin typeface="Algerian" pitchFamily="82" charset="0"/>
              </a:rPr>
              <a:t>🛡</a:t>
            </a:r>
            <a:r>
              <a:rPr lang="en-US" b="1" i="1" dirty="0">
                <a:latin typeface="Arial Narrow" pitchFamily="34" charset="0"/>
              </a:rPr>
              <a:t>     Show result → Output says that the file is  Malware or Safe and takes action.</a:t>
            </a:r>
          </a:p>
          <a:p>
            <a:endParaRPr lang="en-US" b="1" i="1" dirty="0">
              <a:latin typeface="Arial Narrow" pitchFamily="34" charset="0"/>
            </a:endParaRPr>
          </a:p>
        </p:txBody>
      </p:sp>
      <p:pic>
        <p:nvPicPr>
          <p:cNvPr id="5" name="Picture 4" descr="download.png"/>
          <p:cNvPicPr>
            <a:picLocks noChangeAspect="1"/>
          </p:cNvPicPr>
          <p:nvPr/>
        </p:nvPicPr>
        <p:blipFill>
          <a:blip r:embed="rId2" cstate="print"/>
          <a:srcRect t="27895" b="27895"/>
          <a:stretch>
            <a:fillRect/>
          </a:stretch>
        </p:blipFill>
        <p:spPr>
          <a:xfrm>
            <a:off x="0" y="2780928"/>
            <a:ext cx="9144000" cy="576064"/>
          </a:xfrm>
          <a:prstGeom prst="rect">
            <a:avLst/>
          </a:prstGeom>
        </p:spPr>
      </p:pic>
      <p:sp>
        <p:nvSpPr>
          <p:cNvPr id="6" name="TextBox 5"/>
          <p:cNvSpPr txBox="1"/>
          <p:nvPr/>
        </p:nvSpPr>
        <p:spPr>
          <a:xfrm>
            <a:off x="923510" y="3429000"/>
            <a:ext cx="7367723" cy="523220"/>
          </a:xfrm>
          <a:prstGeom prst="rect">
            <a:avLst/>
          </a:prstGeom>
          <a:noFill/>
        </p:spPr>
        <p:txBody>
          <a:bodyPr wrap="none" rtlCol="0">
            <a:spAutoFit/>
          </a:bodyPr>
          <a:lstStyle/>
          <a:p>
            <a:pPr algn="ctr"/>
            <a:r>
              <a:rPr lang="en-US" sz="2800" u="sng" dirty="0">
                <a:latin typeface="Algerian" pitchFamily="82" charset="0"/>
              </a:rPr>
              <a:t>What</a:t>
            </a:r>
            <a:r>
              <a:rPr lang="en-US" sz="2800" dirty="0">
                <a:latin typeface="Algerian" pitchFamily="82" charset="0"/>
              </a:rPr>
              <a:t> </a:t>
            </a:r>
            <a:r>
              <a:rPr lang="en-US" sz="2800" u="sng" dirty="0">
                <a:latin typeface="Algerian" pitchFamily="82" charset="0"/>
              </a:rPr>
              <a:t>usually</a:t>
            </a:r>
            <a:r>
              <a:rPr lang="en-US" sz="2800" dirty="0">
                <a:latin typeface="Algerian" pitchFamily="82" charset="0"/>
              </a:rPr>
              <a:t> </a:t>
            </a:r>
            <a:r>
              <a:rPr lang="en-US" sz="2800" u="sng" dirty="0">
                <a:latin typeface="Algerian" pitchFamily="82" charset="0"/>
              </a:rPr>
              <a:t>happens</a:t>
            </a:r>
            <a:r>
              <a:rPr lang="en-US" sz="2800" dirty="0">
                <a:latin typeface="Algerian" pitchFamily="82" charset="0"/>
              </a:rPr>
              <a:t> </a:t>
            </a:r>
            <a:r>
              <a:rPr lang="en-US" sz="2800" u="sng" dirty="0">
                <a:latin typeface="Algerian" pitchFamily="82" charset="0"/>
              </a:rPr>
              <a:t>in</a:t>
            </a:r>
            <a:r>
              <a:rPr lang="en-US" sz="2800" dirty="0">
                <a:latin typeface="Algerian" pitchFamily="82" charset="0"/>
              </a:rPr>
              <a:t> </a:t>
            </a:r>
            <a:r>
              <a:rPr lang="en-US" sz="2800" u="sng" dirty="0">
                <a:latin typeface="Algerian" pitchFamily="82" charset="0"/>
              </a:rPr>
              <a:t>this</a:t>
            </a:r>
            <a:r>
              <a:rPr lang="en-US" sz="2800" dirty="0">
                <a:latin typeface="Algerian" pitchFamily="82" charset="0"/>
              </a:rPr>
              <a:t> </a:t>
            </a:r>
            <a:r>
              <a:rPr lang="en-US" sz="2800" u="sng" dirty="0">
                <a:latin typeface="Algerian" pitchFamily="82" charset="0"/>
              </a:rPr>
              <a:t>project</a:t>
            </a:r>
            <a:r>
              <a:rPr lang="en-US" sz="2800" dirty="0">
                <a:latin typeface="Algerian" pitchFamily="82"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7" presetClass="entr" presetSubtype="0" fill="hold" nodeType="clickEffect">
                                  <p:stCondLst>
                                    <p:cond delay="0"/>
                                  </p:stCondLst>
                                  <p:iterate type="lt">
                                    <p:tmPct val="50000"/>
                                  </p:iterate>
                                  <p:childTnLst>
                                    <p:set>
                                      <p:cBhvr>
                                        <p:cTn id="11" dur="1" fill="hold">
                                          <p:stCondLst>
                                            <p:cond delay="0"/>
                                          </p:stCondLst>
                                        </p:cTn>
                                        <p:tgtEl>
                                          <p:spTgt spid="3">
                                            <p:txEl>
                                              <p:pRg st="0" end="0"/>
                                            </p:txEl>
                                          </p:spTgt>
                                        </p:tgtEl>
                                        <p:attrNameLst>
                                          <p:attrName>style.visibility</p:attrName>
                                        </p:attrNameLst>
                                      </p:cBhvr>
                                      <p:to>
                                        <p:strVal val="visible"/>
                                      </p:to>
                                    </p:set>
                                    <p:anim calcmode="discrete" valueType="clr">
                                      <p:cBhvr override="childStyle">
                                        <p:cTn id="12" dur="80"/>
                                        <p:tgtEl>
                                          <p:spTgt spid="3">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3">
                                            <p:txEl>
                                              <p:pRg st="0" end="0"/>
                                            </p:txEl>
                                          </p:spTgt>
                                        </p:tgtEl>
                                        <p:attrNameLst>
                                          <p:attrName>fillcolor</p:attrName>
                                        </p:attrNameLst>
                                      </p:cBhvr>
                                      <p:tavLst>
                                        <p:tav tm="0">
                                          <p:val>
                                            <p:clrVal>
                                              <a:schemeClr val="accent2"/>
                                            </p:clrVal>
                                          </p:val>
                                        </p:tav>
                                        <p:tav tm="50000">
                                          <p:val>
                                            <p:clrVal>
                                              <a:schemeClr val="hlink"/>
                                            </p:clrVal>
                                          </p:val>
                                        </p:tav>
                                      </p:tavLst>
                                    </p:anim>
                                    <p:set>
                                      <p:cBhvr>
                                        <p:cTn id="14" dur="80"/>
                                        <p:tgtEl>
                                          <p:spTgt spid="3">
                                            <p:txEl>
                                              <p:pRg st="0" end="0"/>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27" presetClass="entr" presetSubtype="0" fill="hold" nodeType="clickEffect">
                                  <p:stCondLst>
                                    <p:cond delay="0"/>
                                  </p:stCondLst>
                                  <p:iterate type="lt">
                                    <p:tmPct val="50000"/>
                                  </p:iterate>
                                  <p:childTnLst>
                                    <p:set>
                                      <p:cBhvr>
                                        <p:cTn id="18" dur="1" fill="hold">
                                          <p:stCondLst>
                                            <p:cond delay="0"/>
                                          </p:stCondLst>
                                        </p:cTn>
                                        <p:tgtEl>
                                          <p:spTgt spid="3">
                                            <p:txEl>
                                              <p:pRg st="1" end="1"/>
                                            </p:txEl>
                                          </p:spTgt>
                                        </p:tgtEl>
                                        <p:attrNameLst>
                                          <p:attrName>style.visibility</p:attrName>
                                        </p:attrNameLst>
                                      </p:cBhvr>
                                      <p:to>
                                        <p:strVal val="visible"/>
                                      </p:to>
                                    </p:set>
                                    <p:anim calcmode="discrete" valueType="clr">
                                      <p:cBhvr override="childStyle">
                                        <p:cTn id="19" dur="80"/>
                                        <p:tgtEl>
                                          <p:spTgt spid="3">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0" dur="80"/>
                                        <p:tgtEl>
                                          <p:spTgt spid="3">
                                            <p:txEl>
                                              <p:pRg st="1" end="1"/>
                                            </p:txEl>
                                          </p:spTgt>
                                        </p:tgtEl>
                                        <p:attrNameLst>
                                          <p:attrName>fillcolor</p:attrName>
                                        </p:attrNameLst>
                                      </p:cBhvr>
                                      <p:tavLst>
                                        <p:tav tm="0">
                                          <p:val>
                                            <p:clrVal>
                                              <a:schemeClr val="accent2"/>
                                            </p:clrVal>
                                          </p:val>
                                        </p:tav>
                                        <p:tav tm="50000">
                                          <p:val>
                                            <p:clrVal>
                                              <a:schemeClr val="hlink"/>
                                            </p:clrVal>
                                          </p:val>
                                        </p:tav>
                                      </p:tavLst>
                                    </p:anim>
                                    <p:set>
                                      <p:cBhvr>
                                        <p:cTn id="21" dur="80"/>
                                        <p:tgtEl>
                                          <p:spTgt spid="3">
                                            <p:txEl>
                                              <p:pRg st="1" end="1"/>
                                            </p:txEl>
                                          </p:spTgt>
                                        </p:tgtEl>
                                        <p:attrNameLst>
                                          <p:attrName>fill.type</p:attrName>
                                        </p:attrNameLst>
                                      </p:cBhvr>
                                      <p:to>
                                        <p:strVal val="solid"/>
                                      </p:to>
                                    </p:set>
                                  </p:childTnLst>
                                </p:cTn>
                              </p:par>
                            </p:childTnLst>
                          </p:cTn>
                        </p:par>
                      </p:childTnLst>
                    </p:cTn>
                  </p:par>
                  <p:par>
                    <p:cTn id="22" fill="hold">
                      <p:stCondLst>
                        <p:cond delay="indefinite"/>
                      </p:stCondLst>
                      <p:childTnLst>
                        <p:par>
                          <p:cTn id="23" fill="hold">
                            <p:stCondLst>
                              <p:cond delay="0"/>
                            </p:stCondLst>
                            <p:childTnLst>
                              <p:par>
                                <p:cTn id="24" presetID="27" presetClass="entr" presetSubtype="0" fill="hold" nodeType="clickEffect">
                                  <p:stCondLst>
                                    <p:cond delay="0"/>
                                  </p:stCondLst>
                                  <p:iterate type="lt">
                                    <p:tmPct val="50000"/>
                                  </p:iterate>
                                  <p:childTnLst>
                                    <p:set>
                                      <p:cBhvr>
                                        <p:cTn id="25" dur="1" fill="hold">
                                          <p:stCondLst>
                                            <p:cond delay="0"/>
                                          </p:stCondLst>
                                        </p:cTn>
                                        <p:tgtEl>
                                          <p:spTgt spid="3">
                                            <p:txEl>
                                              <p:pRg st="2" end="2"/>
                                            </p:txEl>
                                          </p:spTgt>
                                        </p:tgtEl>
                                        <p:attrNameLst>
                                          <p:attrName>style.visibility</p:attrName>
                                        </p:attrNameLst>
                                      </p:cBhvr>
                                      <p:to>
                                        <p:strVal val="visible"/>
                                      </p:to>
                                    </p:set>
                                    <p:anim calcmode="discrete" valueType="clr">
                                      <p:cBhvr override="childStyle">
                                        <p:cTn id="26" dur="80"/>
                                        <p:tgtEl>
                                          <p:spTgt spid="3">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7" dur="80"/>
                                        <p:tgtEl>
                                          <p:spTgt spid="3">
                                            <p:txEl>
                                              <p:pRg st="2" end="2"/>
                                            </p:txEl>
                                          </p:spTgt>
                                        </p:tgtEl>
                                        <p:attrNameLst>
                                          <p:attrName>fillcolor</p:attrName>
                                        </p:attrNameLst>
                                      </p:cBhvr>
                                      <p:tavLst>
                                        <p:tav tm="0">
                                          <p:val>
                                            <p:clrVal>
                                              <a:schemeClr val="accent2"/>
                                            </p:clrVal>
                                          </p:val>
                                        </p:tav>
                                        <p:tav tm="50000">
                                          <p:val>
                                            <p:clrVal>
                                              <a:schemeClr val="hlink"/>
                                            </p:clrVal>
                                          </p:val>
                                        </p:tav>
                                      </p:tavLst>
                                    </p:anim>
                                    <p:set>
                                      <p:cBhvr>
                                        <p:cTn id="28" dur="80"/>
                                        <p:tgtEl>
                                          <p:spTgt spid="3">
                                            <p:txEl>
                                              <p:pRg st="2" end="2"/>
                                            </p:txEl>
                                          </p:spTgt>
                                        </p:tgtEl>
                                        <p:attrNameLst>
                                          <p:attrName>fill.type</p:attrName>
                                        </p:attrNameLst>
                                      </p:cBhvr>
                                      <p:to>
                                        <p:strVal val="solid"/>
                                      </p:to>
                                    </p:set>
                                  </p:childTnLst>
                                </p:cTn>
                              </p:par>
                            </p:childTnLst>
                          </p:cTn>
                        </p:par>
                      </p:childTnLst>
                    </p:cTn>
                  </p:par>
                  <p:par>
                    <p:cTn id="29" fill="hold">
                      <p:stCondLst>
                        <p:cond delay="indefinite"/>
                      </p:stCondLst>
                      <p:childTnLst>
                        <p:par>
                          <p:cTn id="30" fill="hold">
                            <p:stCondLst>
                              <p:cond delay="0"/>
                            </p:stCondLst>
                            <p:childTnLst>
                              <p:par>
                                <p:cTn id="31" presetID="27" presetClass="entr" presetSubtype="0" fill="hold" nodeType="clickEffect">
                                  <p:stCondLst>
                                    <p:cond delay="0"/>
                                  </p:stCondLst>
                                  <p:iterate type="lt">
                                    <p:tmPct val="50000"/>
                                  </p:iterate>
                                  <p:childTnLst>
                                    <p:set>
                                      <p:cBhvr>
                                        <p:cTn id="32" dur="1" fill="hold">
                                          <p:stCondLst>
                                            <p:cond delay="0"/>
                                          </p:stCondLst>
                                        </p:cTn>
                                        <p:tgtEl>
                                          <p:spTgt spid="3">
                                            <p:txEl>
                                              <p:pRg st="3" end="3"/>
                                            </p:txEl>
                                          </p:spTgt>
                                        </p:tgtEl>
                                        <p:attrNameLst>
                                          <p:attrName>style.visibility</p:attrName>
                                        </p:attrNameLst>
                                      </p:cBhvr>
                                      <p:to>
                                        <p:strVal val="visible"/>
                                      </p:to>
                                    </p:set>
                                    <p:anim calcmode="discrete" valueType="clr">
                                      <p:cBhvr override="childStyle">
                                        <p:cTn id="33" dur="80"/>
                                        <p:tgtEl>
                                          <p:spTgt spid="3">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4" dur="80"/>
                                        <p:tgtEl>
                                          <p:spTgt spid="3">
                                            <p:txEl>
                                              <p:pRg st="3" end="3"/>
                                            </p:txEl>
                                          </p:spTgt>
                                        </p:tgtEl>
                                        <p:attrNameLst>
                                          <p:attrName>fillcolor</p:attrName>
                                        </p:attrNameLst>
                                      </p:cBhvr>
                                      <p:tavLst>
                                        <p:tav tm="0">
                                          <p:val>
                                            <p:clrVal>
                                              <a:schemeClr val="accent2"/>
                                            </p:clrVal>
                                          </p:val>
                                        </p:tav>
                                        <p:tav tm="50000">
                                          <p:val>
                                            <p:clrVal>
                                              <a:schemeClr val="hlink"/>
                                            </p:clrVal>
                                          </p:val>
                                        </p:tav>
                                      </p:tavLst>
                                    </p:anim>
                                    <p:set>
                                      <p:cBhvr>
                                        <p:cTn id="35" dur="80"/>
                                        <p:tgtEl>
                                          <p:spTgt spid="3">
                                            <p:txEl>
                                              <p:pRg st="3" end="3"/>
                                            </p:txEl>
                                          </p:spTgt>
                                        </p:tgtEl>
                                        <p:attrNameLst>
                                          <p:attrName>fill.type</p:attrName>
                                        </p:attrNameLst>
                                      </p:cBhvr>
                                      <p:to>
                                        <p:strVal val="solid"/>
                                      </p:to>
                                    </p:se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6">
                                            <p:txEl>
                                              <p:pRg st="0" end="0"/>
                                            </p:txEl>
                                          </p:spTgt>
                                        </p:tgtEl>
                                        <p:attrNameLst>
                                          <p:attrName>style.visibility</p:attrName>
                                        </p:attrNameLst>
                                      </p:cBhvr>
                                      <p:to>
                                        <p:strVal val="visible"/>
                                      </p:to>
                                    </p:set>
                                    <p:animEffect transition="in" filter="blinds(horizontal)">
                                      <p:cBhvr>
                                        <p:cTn id="40" dur="500"/>
                                        <p:tgtEl>
                                          <p:spTgt spid="6">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7" presetClass="entr" presetSubtype="0" fill="hold" nodeType="clickEffect">
                                  <p:stCondLst>
                                    <p:cond delay="0"/>
                                  </p:stCondLst>
                                  <p:iterate type="lt">
                                    <p:tmPct val="50000"/>
                                  </p:iterate>
                                  <p:childTnLst>
                                    <p:set>
                                      <p:cBhvr>
                                        <p:cTn id="44" dur="1" fill="hold">
                                          <p:stCondLst>
                                            <p:cond delay="0"/>
                                          </p:stCondLst>
                                        </p:cTn>
                                        <p:tgtEl>
                                          <p:spTgt spid="4">
                                            <p:txEl>
                                              <p:pRg st="0" end="0"/>
                                            </p:txEl>
                                          </p:spTgt>
                                        </p:tgtEl>
                                        <p:attrNameLst>
                                          <p:attrName>style.visibility</p:attrName>
                                        </p:attrNameLst>
                                      </p:cBhvr>
                                      <p:to>
                                        <p:strVal val="visible"/>
                                      </p:to>
                                    </p:set>
                                    <p:anim calcmode="discrete" valueType="clr">
                                      <p:cBhvr override="childStyle">
                                        <p:cTn id="45" dur="80"/>
                                        <p:tgtEl>
                                          <p:spTgt spid="4">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6" dur="80"/>
                                        <p:tgtEl>
                                          <p:spTgt spid="4">
                                            <p:txEl>
                                              <p:pRg st="0" end="0"/>
                                            </p:txEl>
                                          </p:spTgt>
                                        </p:tgtEl>
                                        <p:attrNameLst>
                                          <p:attrName>fillcolor</p:attrName>
                                        </p:attrNameLst>
                                      </p:cBhvr>
                                      <p:tavLst>
                                        <p:tav tm="0">
                                          <p:val>
                                            <p:clrVal>
                                              <a:schemeClr val="accent2"/>
                                            </p:clrVal>
                                          </p:val>
                                        </p:tav>
                                        <p:tav tm="50000">
                                          <p:val>
                                            <p:clrVal>
                                              <a:schemeClr val="hlink"/>
                                            </p:clrVal>
                                          </p:val>
                                        </p:tav>
                                      </p:tavLst>
                                    </p:anim>
                                    <p:set>
                                      <p:cBhvr>
                                        <p:cTn id="47" dur="80"/>
                                        <p:tgtEl>
                                          <p:spTgt spid="4">
                                            <p:txEl>
                                              <p:pRg st="0" end="0"/>
                                            </p:txEl>
                                          </p:spTgt>
                                        </p:tgtEl>
                                        <p:attrNameLst>
                                          <p:attrName>fill.type</p:attrName>
                                        </p:attrNameLst>
                                      </p:cBhvr>
                                      <p:to>
                                        <p:strVal val="solid"/>
                                      </p:to>
                                    </p:set>
                                  </p:childTnLst>
                                </p:cTn>
                              </p:par>
                            </p:childTnLst>
                          </p:cTn>
                        </p:par>
                      </p:childTnLst>
                    </p:cTn>
                  </p:par>
                  <p:par>
                    <p:cTn id="48" fill="hold">
                      <p:stCondLst>
                        <p:cond delay="indefinite"/>
                      </p:stCondLst>
                      <p:childTnLst>
                        <p:par>
                          <p:cTn id="49" fill="hold">
                            <p:stCondLst>
                              <p:cond delay="0"/>
                            </p:stCondLst>
                            <p:childTnLst>
                              <p:par>
                                <p:cTn id="50" presetID="27" presetClass="entr" presetSubtype="0" fill="hold" nodeType="clickEffect">
                                  <p:stCondLst>
                                    <p:cond delay="0"/>
                                  </p:stCondLst>
                                  <p:iterate type="lt">
                                    <p:tmPct val="50000"/>
                                  </p:iterate>
                                  <p:childTnLst>
                                    <p:set>
                                      <p:cBhvr>
                                        <p:cTn id="51" dur="1" fill="hold">
                                          <p:stCondLst>
                                            <p:cond delay="0"/>
                                          </p:stCondLst>
                                        </p:cTn>
                                        <p:tgtEl>
                                          <p:spTgt spid="4">
                                            <p:txEl>
                                              <p:pRg st="1" end="1"/>
                                            </p:txEl>
                                          </p:spTgt>
                                        </p:tgtEl>
                                        <p:attrNameLst>
                                          <p:attrName>style.visibility</p:attrName>
                                        </p:attrNameLst>
                                      </p:cBhvr>
                                      <p:to>
                                        <p:strVal val="visible"/>
                                      </p:to>
                                    </p:set>
                                    <p:anim calcmode="discrete" valueType="clr">
                                      <p:cBhvr override="childStyle">
                                        <p:cTn id="52" dur="80"/>
                                        <p:tgtEl>
                                          <p:spTgt spid="4">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3" dur="80"/>
                                        <p:tgtEl>
                                          <p:spTgt spid="4">
                                            <p:txEl>
                                              <p:pRg st="1" end="1"/>
                                            </p:txEl>
                                          </p:spTgt>
                                        </p:tgtEl>
                                        <p:attrNameLst>
                                          <p:attrName>fillcolor</p:attrName>
                                        </p:attrNameLst>
                                      </p:cBhvr>
                                      <p:tavLst>
                                        <p:tav tm="0">
                                          <p:val>
                                            <p:clrVal>
                                              <a:schemeClr val="accent2"/>
                                            </p:clrVal>
                                          </p:val>
                                        </p:tav>
                                        <p:tav tm="50000">
                                          <p:val>
                                            <p:clrVal>
                                              <a:schemeClr val="hlink"/>
                                            </p:clrVal>
                                          </p:val>
                                        </p:tav>
                                      </p:tavLst>
                                    </p:anim>
                                    <p:set>
                                      <p:cBhvr>
                                        <p:cTn id="54" dur="80"/>
                                        <p:tgtEl>
                                          <p:spTgt spid="4">
                                            <p:txEl>
                                              <p:pRg st="1" end="1"/>
                                            </p:txEl>
                                          </p:spTgt>
                                        </p:tgtEl>
                                        <p:attrNameLst>
                                          <p:attrName>fill.type</p:attrName>
                                        </p:attrNameLst>
                                      </p:cBhvr>
                                      <p:to>
                                        <p:strVal val="solid"/>
                                      </p:to>
                                    </p:set>
                                  </p:childTnLst>
                                </p:cTn>
                              </p:par>
                            </p:childTnLst>
                          </p:cTn>
                        </p:par>
                      </p:childTnLst>
                    </p:cTn>
                  </p:par>
                  <p:par>
                    <p:cTn id="55" fill="hold">
                      <p:stCondLst>
                        <p:cond delay="indefinite"/>
                      </p:stCondLst>
                      <p:childTnLst>
                        <p:par>
                          <p:cTn id="56" fill="hold">
                            <p:stCondLst>
                              <p:cond delay="0"/>
                            </p:stCondLst>
                            <p:childTnLst>
                              <p:par>
                                <p:cTn id="57" presetID="27" presetClass="entr" presetSubtype="0" fill="hold" nodeType="clickEffect">
                                  <p:stCondLst>
                                    <p:cond delay="0"/>
                                  </p:stCondLst>
                                  <p:iterate type="lt">
                                    <p:tmPct val="50000"/>
                                  </p:iterate>
                                  <p:childTnLst>
                                    <p:set>
                                      <p:cBhvr>
                                        <p:cTn id="58" dur="1" fill="hold">
                                          <p:stCondLst>
                                            <p:cond delay="0"/>
                                          </p:stCondLst>
                                        </p:cTn>
                                        <p:tgtEl>
                                          <p:spTgt spid="4">
                                            <p:txEl>
                                              <p:pRg st="2" end="2"/>
                                            </p:txEl>
                                          </p:spTgt>
                                        </p:tgtEl>
                                        <p:attrNameLst>
                                          <p:attrName>style.visibility</p:attrName>
                                        </p:attrNameLst>
                                      </p:cBhvr>
                                      <p:to>
                                        <p:strVal val="visible"/>
                                      </p:to>
                                    </p:set>
                                    <p:anim calcmode="discrete" valueType="clr">
                                      <p:cBhvr override="childStyle">
                                        <p:cTn id="59" dur="80"/>
                                        <p:tgtEl>
                                          <p:spTgt spid="4">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60" dur="80"/>
                                        <p:tgtEl>
                                          <p:spTgt spid="4">
                                            <p:txEl>
                                              <p:pRg st="2" end="2"/>
                                            </p:txEl>
                                          </p:spTgt>
                                        </p:tgtEl>
                                        <p:attrNameLst>
                                          <p:attrName>fillcolor</p:attrName>
                                        </p:attrNameLst>
                                      </p:cBhvr>
                                      <p:tavLst>
                                        <p:tav tm="0">
                                          <p:val>
                                            <p:clrVal>
                                              <a:schemeClr val="accent2"/>
                                            </p:clrVal>
                                          </p:val>
                                        </p:tav>
                                        <p:tav tm="50000">
                                          <p:val>
                                            <p:clrVal>
                                              <a:schemeClr val="hlink"/>
                                            </p:clrVal>
                                          </p:val>
                                        </p:tav>
                                      </p:tavLst>
                                    </p:anim>
                                    <p:set>
                                      <p:cBhvr>
                                        <p:cTn id="61" dur="80"/>
                                        <p:tgtEl>
                                          <p:spTgt spid="4">
                                            <p:txEl>
                                              <p:pRg st="2" end="2"/>
                                            </p:txEl>
                                          </p:spTgt>
                                        </p:tgtEl>
                                        <p:attrNameLst>
                                          <p:attrName>fill.type</p:attrName>
                                        </p:attrNameLst>
                                      </p:cBhvr>
                                      <p:to>
                                        <p:strVal val="solid"/>
                                      </p:to>
                                    </p:set>
                                  </p:childTnLst>
                                </p:cTn>
                              </p:par>
                            </p:childTnLst>
                          </p:cTn>
                        </p:par>
                      </p:childTnLst>
                    </p:cTn>
                  </p:par>
                  <p:par>
                    <p:cTn id="62" fill="hold">
                      <p:stCondLst>
                        <p:cond delay="indefinite"/>
                      </p:stCondLst>
                      <p:childTnLst>
                        <p:par>
                          <p:cTn id="63" fill="hold">
                            <p:stCondLst>
                              <p:cond delay="0"/>
                            </p:stCondLst>
                            <p:childTnLst>
                              <p:par>
                                <p:cTn id="64" presetID="27" presetClass="entr" presetSubtype="0" fill="hold" nodeType="clickEffect">
                                  <p:stCondLst>
                                    <p:cond delay="0"/>
                                  </p:stCondLst>
                                  <p:iterate type="lt">
                                    <p:tmPct val="50000"/>
                                  </p:iterate>
                                  <p:childTnLst>
                                    <p:set>
                                      <p:cBhvr>
                                        <p:cTn id="65" dur="1" fill="hold">
                                          <p:stCondLst>
                                            <p:cond delay="0"/>
                                          </p:stCondLst>
                                        </p:cTn>
                                        <p:tgtEl>
                                          <p:spTgt spid="4">
                                            <p:txEl>
                                              <p:pRg st="3" end="3"/>
                                            </p:txEl>
                                          </p:spTgt>
                                        </p:tgtEl>
                                        <p:attrNameLst>
                                          <p:attrName>style.visibility</p:attrName>
                                        </p:attrNameLst>
                                      </p:cBhvr>
                                      <p:to>
                                        <p:strVal val="visible"/>
                                      </p:to>
                                    </p:set>
                                    <p:anim calcmode="discrete" valueType="clr">
                                      <p:cBhvr override="childStyle">
                                        <p:cTn id="66" dur="80"/>
                                        <p:tgtEl>
                                          <p:spTgt spid="4">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67" dur="80"/>
                                        <p:tgtEl>
                                          <p:spTgt spid="4">
                                            <p:txEl>
                                              <p:pRg st="3" end="3"/>
                                            </p:txEl>
                                          </p:spTgt>
                                        </p:tgtEl>
                                        <p:attrNameLst>
                                          <p:attrName>fillcolor</p:attrName>
                                        </p:attrNameLst>
                                      </p:cBhvr>
                                      <p:tavLst>
                                        <p:tav tm="0">
                                          <p:val>
                                            <p:clrVal>
                                              <a:schemeClr val="accent2"/>
                                            </p:clrVal>
                                          </p:val>
                                        </p:tav>
                                        <p:tav tm="50000">
                                          <p:val>
                                            <p:clrVal>
                                              <a:schemeClr val="hlink"/>
                                            </p:clrVal>
                                          </p:val>
                                        </p:tav>
                                      </p:tavLst>
                                    </p:anim>
                                    <p:set>
                                      <p:cBhvr>
                                        <p:cTn id="68" dur="80"/>
                                        <p:tgtEl>
                                          <p:spTgt spid="4">
                                            <p:txEl>
                                              <p:pRg st="3" end="3"/>
                                            </p:txEl>
                                          </p:spTgt>
                                        </p:tgtEl>
                                        <p:attrNameLst>
                                          <p:attrName>fill.type</p:attrName>
                                        </p:attrNameLst>
                                      </p:cBhvr>
                                      <p:to>
                                        <p:strVal val="solid"/>
                                      </p:to>
                                    </p:set>
                                  </p:childTnLst>
                                </p:cTn>
                              </p:par>
                            </p:childTnLst>
                          </p:cTn>
                        </p:par>
                      </p:childTnLst>
                    </p:cTn>
                  </p:par>
                  <p:par>
                    <p:cTn id="69" fill="hold">
                      <p:stCondLst>
                        <p:cond delay="indefinite"/>
                      </p:stCondLst>
                      <p:childTnLst>
                        <p:par>
                          <p:cTn id="70" fill="hold">
                            <p:stCondLst>
                              <p:cond delay="0"/>
                            </p:stCondLst>
                            <p:childTnLst>
                              <p:par>
                                <p:cTn id="71" presetID="27" presetClass="entr" presetSubtype="0" fill="hold" nodeType="clickEffect">
                                  <p:stCondLst>
                                    <p:cond delay="0"/>
                                  </p:stCondLst>
                                  <p:iterate type="lt">
                                    <p:tmPct val="50000"/>
                                  </p:iterate>
                                  <p:childTnLst>
                                    <p:set>
                                      <p:cBhvr>
                                        <p:cTn id="72" dur="1" fill="hold">
                                          <p:stCondLst>
                                            <p:cond delay="0"/>
                                          </p:stCondLst>
                                        </p:cTn>
                                        <p:tgtEl>
                                          <p:spTgt spid="4">
                                            <p:txEl>
                                              <p:pRg st="4" end="4"/>
                                            </p:txEl>
                                          </p:spTgt>
                                        </p:tgtEl>
                                        <p:attrNameLst>
                                          <p:attrName>style.visibility</p:attrName>
                                        </p:attrNameLst>
                                      </p:cBhvr>
                                      <p:to>
                                        <p:strVal val="visible"/>
                                      </p:to>
                                    </p:set>
                                    <p:anim calcmode="discrete" valueType="clr">
                                      <p:cBhvr override="childStyle">
                                        <p:cTn id="73" dur="80"/>
                                        <p:tgtEl>
                                          <p:spTgt spid="4">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74" dur="80"/>
                                        <p:tgtEl>
                                          <p:spTgt spid="4">
                                            <p:txEl>
                                              <p:pRg st="4" end="4"/>
                                            </p:txEl>
                                          </p:spTgt>
                                        </p:tgtEl>
                                        <p:attrNameLst>
                                          <p:attrName>fillcolor</p:attrName>
                                        </p:attrNameLst>
                                      </p:cBhvr>
                                      <p:tavLst>
                                        <p:tav tm="0">
                                          <p:val>
                                            <p:clrVal>
                                              <a:schemeClr val="accent2"/>
                                            </p:clrVal>
                                          </p:val>
                                        </p:tav>
                                        <p:tav tm="50000">
                                          <p:val>
                                            <p:clrVal>
                                              <a:schemeClr val="hlink"/>
                                            </p:clrVal>
                                          </p:val>
                                        </p:tav>
                                      </p:tavLst>
                                    </p:anim>
                                    <p:set>
                                      <p:cBhvr>
                                        <p:cTn id="75" dur="80"/>
                                        <p:tgtEl>
                                          <p:spTgt spid="4">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35696" y="260648"/>
            <a:ext cx="5407249" cy="523220"/>
          </a:xfrm>
          <a:prstGeom prst="rect">
            <a:avLst/>
          </a:prstGeom>
          <a:noFill/>
        </p:spPr>
        <p:txBody>
          <a:bodyPr wrap="none" rtlCol="0">
            <a:spAutoFit/>
          </a:bodyPr>
          <a:lstStyle/>
          <a:p>
            <a:r>
              <a:rPr lang="en-US" sz="2800" u="sng" dirty="0">
                <a:latin typeface="Algerian" pitchFamily="82" charset="0"/>
              </a:rPr>
              <a:t>Introduction</a:t>
            </a:r>
            <a:r>
              <a:rPr lang="en-US" sz="2800" dirty="0">
                <a:latin typeface="Algerian" pitchFamily="82" charset="0"/>
              </a:rPr>
              <a:t> </a:t>
            </a:r>
            <a:r>
              <a:rPr lang="en-US" sz="2800" u="sng" dirty="0">
                <a:latin typeface="Algerian" pitchFamily="82" charset="0"/>
              </a:rPr>
              <a:t>of</a:t>
            </a:r>
            <a:r>
              <a:rPr lang="en-US" sz="2800" dirty="0">
                <a:latin typeface="Algerian" pitchFamily="82" charset="0"/>
              </a:rPr>
              <a:t> </a:t>
            </a:r>
            <a:r>
              <a:rPr lang="en-US" sz="2800" u="sng" dirty="0">
                <a:latin typeface="Algerian" pitchFamily="82" charset="0"/>
              </a:rPr>
              <a:t>the</a:t>
            </a:r>
            <a:r>
              <a:rPr lang="en-US" sz="2800" dirty="0">
                <a:latin typeface="Algerian" pitchFamily="82" charset="0"/>
              </a:rPr>
              <a:t> </a:t>
            </a:r>
            <a:r>
              <a:rPr lang="en-US" sz="2800" u="sng" dirty="0">
                <a:latin typeface="Algerian" pitchFamily="82" charset="0"/>
              </a:rPr>
              <a:t>project</a:t>
            </a:r>
          </a:p>
        </p:txBody>
      </p:sp>
      <p:sp>
        <p:nvSpPr>
          <p:cNvPr id="4" name="TextBox 3"/>
          <p:cNvSpPr txBox="1"/>
          <p:nvPr/>
        </p:nvSpPr>
        <p:spPr>
          <a:xfrm>
            <a:off x="75492" y="1700808"/>
            <a:ext cx="9068508" cy="4047262"/>
          </a:xfrm>
          <a:prstGeom prst="rect">
            <a:avLst/>
          </a:prstGeom>
          <a:noFill/>
        </p:spPr>
        <p:txBody>
          <a:bodyPr wrap="none" rtlCol="0">
            <a:spAutoFit/>
          </a:bodyPr>
          <a:lstStyle/>
          <a:p>
            <a:r>
              <a:rPr lang="en-US" dirty="0">
                <a:solidFill>
                  <a:srgbClr val="FF0000"/>
                </a:solidFill>
                <a:latin typeface="Algerian" pitchFamily="82" charset="0"/>
              </a:rPr>
              <a:t>🐛 </a:t>
            </a:r>
            <a:r>
              <a:rPr lang="en-US" sz="2300" dirty="0">
                <a:solidFill>
                  <a:srgbClr val="FF0000"/>
                </a:solidFill>
                <a:latin typeface="Algerian" pitchFamily="82" charset="0"/>
              </a:rPr>
              <a:t>    </a:t>
            </a:r>
            <a:r>
              <a:rPr lang="en-US" b="1" i="1" dirty="0">
                <a:latin typeface="Arial Narrow" pitchFamily="34" charset="0"/>
              </a:rPr>
              <a:t> Malware is a serious cybersecurity threat that can steal sensitive data, damage systems, and</a:t>
            </a:r>
          </a:p>
          <a:p>
            <a:r>
              <a:rPr lang="en-US" b="1" i="1" dirty="0">
                <a:latin typeface="Arial Narrow" pitchFamily="34" charset="0"/>
              </a:rPr>
              <a:t>          user privacy.</a:t>
            </a:r>
          </a:p>
          <a:p>
            <a:endParaRPr lang="en-US" b="1" i="1" dirty="0">
              <a:latin typeface="Arial Narrow" pitchFamily="34" charset="0"/>
            </a:endParaRPr>
          </a:p>
          <a:p>
            <a:r>
              <a:rPr lang="en-US" dirty="0">
                <a:solidFill>
                  <a:srgbClr val="FF0000"/>
                </a:solidFill>
                <a:latin typeface="Algerian" pitchFamily="82" charset="0"/>
              </a:rPr>
              <a:t>💻      </a:t>
            </a:r>
            <a:r>
              <a:rPr lang="en-US" b="1" i="1" dirty="0">
                <a:latin typeface="Arial Narrow" pitchFamily="34" charset="0"/>
              </a:rPr>
              <a:t>It analyzes file characteristics and behavior to distinguish between malware and safe files</a:t>
            </a:r>
          </a:p>
          <a:p>
            <a:endParaRPr lang="en-US" b="1" i="1" dirty="0">
              <a:latin typeface="Arial Narrow" pitchFamily="34" charset="0"/>
            </a:endParaRPr>
          </a:p>
          <a:p>
            <a:r>
              <a:rPr lang="en-US" dirty="0">
                <a:solidFill>
                  <a:srgbClr val="FF0000"/>
                </a:solidFill>
                <a:latin typeface="Algerian" pitchFamily="82" charset="0"/>
              </a:rPr>
              <a:t>🧠</a:t>
            </a:r>
            <a:r>
              <a:rPr lang="en-US" b="1" i="1" dirty="0">
                <a:latin typeface="Arial Narrow" pitchFamily="34" charset="0"/>
              </a:rPr>
              <a:t>       This project uses machine learning techniques to intelligently analyze file features </a:t>
            </a:r>
          </a:p>
          <a:p>
            <a:r>
              <a:rPr lang="en-US" b="1" i="1" dirty="0">
                <a:latin typeface="Arial Narrow" pitchFamily="34" charset="0"/>
              </a:rPr>
              <a:t>          and behaviors.</a:t>
            </a:r>
            <a:r>
              <a:rPr lang="en-US" dirty="0"/>
              <a:t> </a:t>
            </a:r>
            <a:r>
              <a:rPr lang="en-US" b="1" i="1" dirty="0">
                <a:latin typeface="Arial Narrow" pitchFamily="34" charset="0"/>
              </a:rPr>
              <a:t>It is designed to identify and prevent malicious software</a:t>
            </a:r>
          </a:p>
          <a:p>
            <a:endParaRPr lang="en-US" i="1" dirty="0">
              <a:latin typeface="Arial Narrow" pitchFamily="34" charset="0"/>
            </a:endParaRPr>
          </a:p>
          <a:p>
            <a:r>
              <a:rPr lang="en-US" dirty="0">
                <a:solidFill>
                  <a:srgbClr val="FF0000"/>
                </a:solidFill>
                <a:latin typeface="Algerian" pitchFamily="82" charset="0"/>
              </a:rPr>
              <a:t>📊</a:t>
            </a:r>
            <a:r>
              <a:rPr lang="en-US" b="1" i="1" dirty="0">
                <a:latin typeface="Arial Narrow" pitchFamily="34" charset="0"/>
              </a:rPr>
              <a:t>        The model is trained using datasets containing both malware and benign (safe) files.</a:t>
            </a:r>
          </a:p>
          <a:p>
            <a:endParaRPr lang="en-US" b="1" i="1" dirty="0">
              <a:latin typeface="Arial Narrow" pitchFamily="34" charset="0"/>
            </a:endParaRPr>
          </a:p>
          <a:p>
            <a:r>
              <a:rPr lang="en-US" dirty="0">
                <a:solidFill>
                  <a:srgbClr val="FF0000"/>
                </a:solidFill>
                <a:latin typeface="Algerian" pitchFamily="82" charset="0"/>
              </a:rPr>
              <a:t>🔍       </a:t>
            </a:r>
            <a:r>
              <a:rPr lang="en-US" b="1" i="1" dirty="0">
                <a:latin typeface="Arial Narrow" pitchFamily="34" charset="0"/>
              </a:rPr>
              <a:t>The project aims to improve system security by detecting threats accurately and early.</a:t>
            </a:r>
          </a:p>
          <a:p>
            <a:endParaRPr lang="en-US" b="1" i="1" dirty="0">
              <a:latin typeface="Arial Narrow" pitchFamily="34" charset="0"/>
            </a:endParaRPr>
          </a:p>
          <a:p>
            <a:r>
              <a:rPr lang="en-US" dirty="0">
                <a:solidFill>
                  <a:srgbClr val="FF0000"/>
                </a:solidFill>
                <a:latin typeface="Algerian" pitchFamily="82" charset="0"/>
              </a:rPr>
              <a:t>⚙</a:t>
            </a:r>
            <a:r>
              <a:rPr lang="en-US" b="1" i="1" dirty="0">
                <a:latin typeface="Arial Narrow" pitchFamily="34" charset="0"/>
              </a:rPr>
              <a:t>   When a new file is tested, the model classifies it as Malware or Safe.</a:t>
            </a:r>
          </a:p>
          <a:p>
            <a:endParaRPr lang="en-US" b="1" i="1" dirty="0">
              <a:latin typeface="Arial Narrow" pitchFamily="34" charset="0"/>
            </a:endParaRPr>
          </a:p>
        </p:txBody>
      </p:sp>
      <p:sp>
        <p:nvSpPr>
          <p:cNvPr id="5" name="TextBox 4"/>
          <p:cNvSpPr txBox="1"/>
          <p:nvPr/>
        </p:nvSpPr>
        <p:spPr>
          <a:xfrm>
            <a:off x="-209843" y="836712"/>
            <a:ext cx="9648795" cy="800219"/>
          </a:xfrm>
          <a:prstGeom prst="rect">
            <a:avLst/>
          </a:prstGeom>
          <a:noFill/>
        </p:spPr>
        <p:txBody>
          <a:bodyPr wrap="none" rtlCol="0">
            <a:spAutoFit/>
          </a:bodyPr>
          <a:lstStyle/>
          <a:p>
            <a:r>
              <a:rPr lang="en-US" sz="2300" dirty="0">
                <a:solidFill>
                  <a:srgbClr val="FF0000"/>
                </a:solidFill>
                <a:latin typeface="Algerian" pitchFamily="82" charset="0"/>
              </a:rPr>
              <a:t>  </a:t>
            </a:r>
            <a:r>
              <a:rPr lang="en-US" sz="2300" dirty="0">
                <a:latin typeface="Algerian" pitchFamily="82" charset="0"/>
              </a:rPr>
              <a:t>🛡</a:t>
            </a:r>
            <a:r>
              <a:rPr lang="en-US" sz="2300" dirty="0">
                <a:solidFill>
                  <a:srgbClr val="FF0000"/>
                </a:solidFill>
                <a:latin typeface="Algerian" pitchFamily="82" charset="0"/>
              </a:rPr>
              <a:t>  </a:t>
            </a:r>
            <a:r>
              <a:rPr lang="en-US" sz="2300" u="sng" dirty="0">
                <a:solidFill>
                  <a:srgbClr val="FF0000"/>
                </a:solidFill>
                <a:latin typeface="Algerian" pitchFamily="82" charset="0"/>
              </a:rPr>
              <a:t>Malware</a:t>
            </a:r>
            <a:r>
              <a:rPr lang="en-US" sz="2300" dirty="0">
                <a:solidFill>
                  <a:srgbClr val="FF0000"/>
                </a:solidFill>
                <a:latin typeface="Algerian" pitchFamily="82" charset="0"/>
              </a:rPr>
              <a:t> </a:t>
            </a:r>
            <a:r>
              <a:rPr lang="en-US" sz="2300" u="sng" dirty="0">
                <a:solidFill>
                  <a:srgbClr val="FF0000"/>
                </a:solidFill>
                <a:latin typeface="Algerian" pitchFamily="82" charset="0"/>
              </a:rPr>
              <a:t>Detection</a:t>
            </a:r>
            <a:r>
              <a:rPr lang="en-US" sz="2300" dirty="0">
                <a:solidFill>
                  <a:srgbClr val="FF0000"/>
                </a:solidFill>
                <a:latin typeface="Algerian" pitchFamily="82" charset="0"/>
              </a:rPr>
              <a:t> </a:t>
            </a:r>
            <a:r>
              <a:rPr lang="en-US" sz="2300" u="sng" dirty="0">
                <a:solidFill>
                  <a:srgbClr val="FF0000"/>
                </a:solidFill>
                <a:latin typeface="Algerian" pitchFamily="82" charset="0"/>
              </a:rPr>
              <a:t>Using</a:t>
            </a:r>
            <a:r>
              <a:rPr lang="en-US" sz="2300" dirty="0">
                <a:solidFill>
                  <a:srgbClr val="FF0000"/>
                </a:solidFill>
                <a:latin typeface="Algerian" pitchFamily="82" charset="0"/>
              </a:rPr>
              <a:t> </a:t>
            </a:r>
            <a:r>
              <a:rPr lang="en-US" sz="2300" u="sng" dirty="0">
                <a:solidFill>
                  <a:srgbClr val="FF0000"/>
                </a:solidFill>
                <a:latin typeface="Algerian" pitchFamily="82" charset="0"/>
              </a:rPr>
              <a:t>Machine</a:t>
            </a:r>
            <a:r>
              <a:rPr lang="en-US" sz="2300" dirty="0">
                <a:solidFill>
                  <a:srgbClr val="FF0000"/>
                </a:solidFill>
                <a:latin typeface="Algerian" pitchFamily="82" charset="0"/>
              </a:rPr>
              <a:t> </a:t>
            </a:r>
            <a:r>
              <a:rPr lang="en-US" sz="2300" u="sng" dirty="0">
                <a:solidFill>
                  <a:srgbClr val="FF0000"/>
                </a:solidFill>
                <a:latin typeface="Algerian" pitchFamily="82" charset="0"/>
              </a:rPr>
              <a:t>Learning</a:t>
            </a:r>
            <a:r>
              <a:rPr lang="en-US" sz="2300" dirty="0">
                <a:solidFill>
                  <a:srgbClr val="FF0000"/>
                </a:solidFill>
                <a:latin typeface="Algerian" pitchFamily="82" charset="0"/>
              </a:rPr>
              <a:t> – </a:t>
            </a:r>
            <a:r>
              <a:rPr lang="en-US" sz="2300" u="sng" dirty="0">
                <a:solidFill>
                  <a:srgbClr val="FF0000"/>
                </a:solidFill>
                <a:latin typeface="Algerian" pitchFamily="82" charset="0"/>
              </a:rPr>
              <a:t>Introduction</a:t>
            </a:r>
          </a:p>
          <a:p>
            <a:endParaRPr lang="en-US" sz="2300" dirty="0"/>
          </a:p>
        </p:txBody>
      </p:sp>
      <p:sp>
        <p:nvSpPr>
          <p:cNvPr id="6" name="TextBox 5"/>
          <p:cNvSpPr txBox="1"/>
          <p:nvPr/>
        </p:nvSpPr>
        <p:spPr>
          <a:xfrm>
            <a:off x="1079104" y="5445224"/>
            <a:ext cx="8064896" cy="1554272"/>
          </a:xfrm>
          <a:prstGeom prst="rect">
            <a:avLst/>
          </a:prstGeom>
          <a:noFill/>
        </p:spPr>
        <p:txBody>
          <a:bodyPr wrap="square" rtlCol="0">
            <a:spAutoFit/>
          </a:bodyPr>
          <a:lstStyle/>
          <a:p>
            <a:r>
              <a:rPr lang="en-US" sz="2300" dirty="0">
                <a:solidFill>
                  <a:srgbClr val="FF0000"/>
                </a:solidFill>
                <a:latin typeface="Algerian" pitchFamily="82" charset="0"/>
              </a:rPr>
              <a:t>               🧩        </a:t>
            </a:r>
            <a:r>
              <a:rPr lang="en-US" sz="2300" u="sng" dirty="0">
                <a:solidFill>
                  <a:srgbClr val="FF0000"/>
                </a:solidFill>
                <a:latin typeface="Algerian" pitchFamily="82" charset="0"/>
              </a:rPr>
              <a:t> PROGRAM</a:t>
            </a:r>
            <a:r>
              <a:rPr lang="en-US" sz="2300" dirty="0">
                <a:solidFill>
                  <a:srgbClr val="FF0000"/>
                </a:solidFill>
                <a:latin typeface="Algerian" pitchFamily="82" charset="0"/>
              </a:rPr>
              <a:t> </a:t>
            </a:r>
            <a:r>
              <a:rPr lang="en-US" sz="2300" u="sng" dirty="0">
                <a:solidFill>
                  <a:srgbClr val="FF0000"/>
                </a:solidFill>
                <a:latin typeface="Algerian" pitchFamily="82" charset="0"/>
              </a:rPr>
              <a:t>OVERVIEW</a:t>
            </a:r>
          </a:p>
          <a:p>
            <a:r>
              <a:rPr lang="en-US" b="1" i="1" dirty="0"/>
              <a:t>This program is a </a:t>
            </a:r>
            <a:r>
              <a:rPr lang="en-US" b="1" i="1" dirty="0">
                <a:solidFill>
                  <a:schemeClr val="tx2">
                    <a:lumMod val="75000"/>
                  </a:schemeClr>
                </a:solidFill>
              </a:rPr>
              <a:t>Machine Learning–based </a:t>
            </a:r>
            <a:r>
              <a:rPr lang="en-US" b="1" i="1" dirty="0">
                <a:solidFill>
                  <a:srgbClr val="FF0000"/>
                </a:solidFill>
              </a:rPr>
              <a:t>Malware Detection System</a:t>
            </a:r>
          </a:p>
          <a:p>
            <a:r>
              <a:rPr lang="en-US" b="1" i="1" dirty="0"/>
              <a:t>It </a:t>
            </a:r>
            <a:r>
              <a:rPr lang="en-US" b="1" i="1" u="sng" dirty="0">
                <a:solidFill>
                  <a:schemeClr val="accent3">
                    <a:lumMod val="60000"/>
                    <a:lumOff val="40000"/>
                  </a:schemeClr>
                </a:solidFill>
              </a:rPr>
              <a:t>trains a model</a:t>
            </a:r>
            <a:r>
              <a:rPr lang="en-US" b="1" i="1" dirty="0"/>
              <a:t>, </a:t>
            </a:r>
            <a:r>
              <a:rPr lang="en-US" b="1" i="1" u="sng" dirty="0">
                <a:solidFill>
                  <a:schemeClr val="accent3">
                    <a:lumMod val="60000"/>
                    <a:lumOff val="40000"/>
                  </a:schemeClr>
                </a:solidFill>
              </a:rPr>
              <a:t>tests accuracy</a:t>
            </a:r>
            <a:r>
              <a:rPr lang="en-US" b="1" i="1" dirty="0"/>
              <a:t>, and </a:t>
            </a:r>
            <a:r>
              <a:rPr lang="en-US" b="1" i="1" u="sng" dirty="0">
                <a:solidFill>
                  <a:schemeClr val="accent3">
                    <a:lumMod val="60000"/>
                    <a:lumOff val="40000"/>
                  </a:schemeClr>
                </a:solidFill>
              </a:rPr>
              <a:t>scans real files</a:t>
            </a:r>
          </a:p>
          <a:p>
            <a:r>
              <a:rPr lang="en-US" b="1" i="1" dirty="0"/>
              <a:t>Main goal  is to decide whether a file is </a:t>
            </a:r>
            <a:r>
              <a:rPr lang="en-US" b="1" i="1" dirty="0">
                <a:solidFill>
                  <a:schemeClr val="accent2"/>
                </a:solidFill>
              </a:rPr>
              <a:t>MALWARE (1)</a:t>
            </a:r>
            <a:r>
              <a:rPr lang="en-US" b="1" i="1" dirty="0"/>
              <a:t> or </a:t>
            </a:r>
            <a:r>
              <a:rPr lang="en-US" b="1" i="1" dirty="0">
                <a:solidFill>
                  <a:schemeClr val="accent1">
                    <a:lumMod val="75000"/>
                  </a:schemeClr>
                </a:solidFill>
              </a:rPr>
              <a:t>SAFE (0)</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7" presetClass="entr" presetSubtype="0" fill="hold" nodeType="clickEffect">
                                  <p:stCondLst>
                                    <p:cond delay="0"/>
                                  </p:stCondLst>
                                  <p:iterate type="lt">
                                    <p:tmPct val="50000"/>
                                  </p:iterate>
                                  <p:childTnLst>
                                    <p:set>
                                      <p:cBhvr>
                                        <p:cTn id="16" dur="1" fill="hold">
                                          <p:stCondLst>
                                            <p:cond delay="0"/>
                                          </p:stCondLst>
                                        </p:cTn>
                                        <p:tgtEl>
                                          <p:spTgt spid="4">
                                            <p:txEl>
                                              <p:pRg st="0" end="0"/>
                                            </p:txEl>
                                          </p:spTgt>
                                        </p:tgtEl>
                                        <p:attrNameLst>
                                          <p:attrName>style.visibility</p:attrName>
                                        </p:attrNameLst>
                                      </p:cBhvr>
                                      <p:to>
                                        <p:strVal val="visible"/>
                                      </p:to>
                                    </p:set>
                                    <p:anim calcmode="discrete" valueType="clr">
                                      <p:cBhvr override="childStyle">
                                        <p:cTn id="17" dur="80"/>
                                        <p:tgtEl>
                                          <p:spTgt spid="4">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8" dur="80"/>
                                        <p:tgtEl>
                                          <p:spTgt spid="4">
                                            <p:txEl>
                                              <p:pRg st="0" end="0"/>
                                            </p:txEl>
                                          </p:spTgt>
                                        </p:tgtEl>
                                        <p:attrNameLst>
                                          <p:attrName>fillcolor</p:attrName>
                                        </p:attrNameLst>
                                      </p:cBhvr>
                                      <p:tavLst>
                                        <p:tav tm="0">
                                          <p:val>
                                            <p:clrVal>
                                              <a:schemeClr val="accent2"/>
                                            </p:clrVal>
                                          </p:val>
                                        </p:tav>
                                        <p:tav tm="50000">
                                          <p:val>
                                            <p:clrVal>
                                              <a:schemeClr val="hlink"/>
                                            </p:clrVal>
                                          </p:val>
                                        </p:tav>
                                      </p:tavLst>
                                    </p:anim>
                                    <p:set>
                                      <p:cBhvr>
                                        <p:cTn id="19" dur="80"/>
                                        <p:tgtEl>
                                          <p:spTgt spid="4">
                                            <p:txEl>
                                              <p:pRg st="0" end="0"/>
                                            </p:txEl>
                                          </p:spTgt>
                                        </p:tgtEl>
                                        <p:attrNameLst>
                                          <p:attrName>fill.type</p:attrName>
                                        </p:attrNameLst>
                                      </p:cBhvr>
                                      <p:to>
                                        <p:strVal val="solid"/>
                                      </p:to>
                                    </p:set>
                                  </p:childTnLst>
                                </p:cTn>
                              </p:par>
                            </p:childTnLst>
                          </p:cTn>
                        </p:par>
                      </p:childTnLst>
                    </p:cTn>
                  </p:par>
                  <p:par>
                    <p:cTn id="20" fill="hold">
                      <p:stCondLst>
                        <p:cond delay="indefinite"/>
                      </p:stCondLst>
                      <p:childTnLst>
                        <p:par>
                          <p:cTn id="21" fill="hold">
                            <p:stCondLst>
                              <p:cond delay="0"/>
                            </p:stCondLst>
                            <p:childTnLst>
                              <p:par>
                                <p:cTn id="22" presetID="27" presetClass="entr" presetSubtype="0" fill="hold" nodeType="clickEffect">
                                  <p:stCondLst>
                                    <p:cond delay="0"/>
                                  </p:stCondLst>
                                  <p:iterate type="lt">
                                    <p:tmPct val="50000"/>
                                  </p:iterate>
                                  <p:childTnLst>
                                    <p:set>
                                      <p:cBhvr>
                                        <p:cTn id="23" dur="1" fill="hold">
                                          <p:stCondLst>
                                            <p:cond delay="0"/>
                                          </p:stCondLst>
                                        </p:cTn>
                                        <p:tgtEl>
                                          <p:spTgt spid="4">
                                            <p:txEl>
                                              <p:pRg st="1" end="1"/>
                                            </p:txEl>
                                          </p:spTgt>
                                        </p:tgtEl>
                                        <p:attrNameLst>
                                          <p:attrName>style.visibility</p:attrName>
                                        </p:attrNameLst>
                                      </p:cBhvr>
                                      <p:to>
                                        <p:strVal val="visible"/>
                                      </p:to>
                                    </p:set>
                                    <p:anim calcmode="discrete" valueType="clr">
                                      <p:cBhvr override="childStyle">
                                        <p:cTn id="24" dur="80"/>
                                        <p:tgtEl>
                                          <p:spTgt spid="4">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5" dur="80"/>
                                        <p:tgtEl>
                                          <p:spTgt spid="4">
                                            <p:txEl>
                                              <p:pRg st="1" end="1"/>
                                            </p:txEl>
                                          </p:spTgt>
                                        </p:tgtEl>
                                        <p:attrNameLst>
                                          <p:attrName>fillcolor</p:attrName>
                                        </p:attrNameLst>
                                      </p:cBhvr>
                                      <p:tavLst>
                                        <p:tav tm="0">
                                          <p:val>
                                            <p:clrVal>
                                              <a:schemeClr val="accent2"/>
                                            </p:clrVal>
                                          </p:val>
                                        </p:tav>
                                        <p:tav tm="50000">
                                          <p:val>
                                            <p:clrVal>
                                              <a:schemeClr val="hlink"/>
                                            </p:clrVal>
                                          </p:val>
                                        </p:tav>
                                      </p:tavLst>
                                    </p:anim>
                                    <p:set>
                                      <p:cBhvr>
                                        <p:cTn id="26" dur="80"/>
                                        <p:tgtEl>
                                          <p:spTgt spid="4">
                                            <p:txEl>
                                              <p:pRg st="1" end="1"/>
                                            </p:txEl>
                                          </p:spTgt>
                                        </p:tgtEl>
                                        <p:attrNameLst>
                                          <p:attrName>fill.type</p:attrName>
                                        </p:attrNameLst>
                                      </p:cBhvr>
                                      <p:to>
                                        <p:strVal val="solid"/>
                                      </p:to>
                                    </p:set>
                                  </p:childTnLst>
                                </p:cTn>
                              </p:par>
                            </p:childTnLst>
                          </p:cTn>
                        </p:par>
                      </p:childTnLst>
                    </p:cTn>
                  </p:par>
                  <p:par>
                    <p:cTn id="27" fill="hold">
                      <p:stCondLst>
                        <p:cond delay="indefinite"/>
                      </p:stCondLst>
                      <p:childTnLst>
                        <p:par>
                          <p:cTn id="28" fill="hold">
                            <p:stCondLst>
                              <p:cond delay="0"/>
                            </p:stCondLst>
                            <p:childTnLst>
                              <p:par>
                                <p:cTn id="29" presetID="27" presetClass="entr" presetSubtype="0" fill="hold" nodeType="clickEffect">
                                  <p:stCondLst>
                                    <p:cond delay="0"/>
                                  </p:stCondLst>
                                  <p:iterate type="lt">
                                    <p:tmPct val="50000"/>
                                  </p:iterate>
                                  <p:childTnLst>
                                    <p:set>
                                      <p:cBhvr>
                                        <p:cTn id="30" dur="1" fill="hold">
                                          <p:stCondLst>
                                            <p:cond delay="0"/>
                                          </p:stCondLst>
                                        </p:cTn>
                                        <p:tgtEl>
                                          <p:spTgt spid="4">
                                            <p:txEl>
                                              <p:pRg st="3" end="3"/>
                                            </p:txEl>
                                          </p:spTgt>
                                        </p:tgtEl>
                                        <p:attrNameLst>
                                          <p:attrName>style.visibility</p:attrName>
                                        </p:attrNameLst>
                                      </p:cBhvr>
                                      <p:to>
                                        <p:strVal val="visible"/>
                                      </p:to>
                                    </p:set>
                                    <p:anim calcmode="discrete" valueType="clr">
                                      <p:cBhvr override="childStyle">
                                        <p:cTn id="31" dur="80"/>
                                        <p:tgtEl>
                                          <p:spTgt spid="4">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2" dur="80"/>
                                        <p:tgtEl>
                                          <p:spTgt spid="4">
                                            <p:txEl>
                                              <p:pRg st="3" end="3"/>
                                            </p:txEl>
                                          </p:spTgt>
                                        </p:tgtEl>
                                        <p:attrNameLst>
                                          <p:attrName>fillcolor</p:attrName>
                                        </p:attrNameLst>
                                      </p:cBhvr>
                                      <p:tavLst>
                                        <p:tav tm="0">
                                          <p:val>
                                            <p:clrVal>
                                              <a:schemeClr val="accent2"/>
                                            </p:clrVal>
                                          </p:val>
                                        </p:tav>
                                        <p:tav tm="50000">
                                          <p:val>
                                            <p:clrVal>
                                              <a:schemeClr val="hlink"/>
                                            </p:clrVal>
                                          </p:val>
                                        </p:tav>
                                      </p:tavLst>
                                    </p:anim>
                                    <p:set>
                                      <p:cBhvr>
                                        <p:cTn id="33" dur="80"/>
                                        <p:tgtEl>
                                          <p:spTgt spid="4">
                                            <p:txEl>
                                              <p:pRg st="3" end="3"/>
                                            </p:txEl>
                                          </p:spTgt>
                                        </p:tgtEl>
                                        <p:attrNameLst>
                                          <p:attrName>fill.type</p:attrName>
                                        </p:attrNameLst>
                                      </p:cBhvr>
                                      <p:to>
                                        <p:strVal val="solid"/>
                                      </p:to>
                                    </p:set>
                                  </p:childTnLst>
                                </p:cTn>
                              </p:par>
                            </p:childTnLst>
                          </p:cTn>
                        </p:par>
                      </p:childTnLst>
                    </p:cTn>
                  </p:par>
                  <p:par>
                    <p:cTn id="34" fill="hold">
                      <p:stCondLst>
                        <p:cond delay="indefinite"/>
                      </p:stCondLst>
                      <p:childTnLst>
                        <p:par>
                          <p:cTn id="35" fill="hold">
                            <p:stCondLst>
                              <p:cond delay="0"/>
                            </p:stCondLst>
                            <p:childTnLst>
                              <p:par>
                                <p:cTn id="36" presetID="27" presetClass="entr" presetSubtype="0" fill="hold" nodeType="clickEffect">
                                  <p:stCondLst>
                                    <p:cond delay="0"/>
                                  </p:stCondLst>
                                  <p:iterate type="lt">
                                    <p:tmPct val="50000"/>
                                  </p:iterate>
                                  <p:childTnLst>
                                    <p:set>
                                      <p:cBhvr>
                                        <p:cTn id="37" dur="1" fill="hold">
                                          <p:stCondLst>
                                            <p:cond delay="0"/>
                                          </p:stCondLst>
                                        </p:cTn>
                                        <p:tgtEl>
                                          <p:spTgt spid="4">
                                            <p:txEl>
                                              <p:pRg st="5" end="5"/>
                                            </p:txEl>
                                          </p:spTgt>
                                        </p:tgtEl>
                                        <p:attrNameLst>
                                          <p:attrName>style.visibility</p:attrName>
                                        </p:attrNameLst>
                                      </p:cBhvr>
                                      <p:to>
                                        <p:strVal val="visible"/>
                                      </p:to>
                                    </p:set>
                                    <p:anim calcmode="discrete" valueType="clr">
                                      <p:cBhvr override="childStyle">
                                        <p:cTn id="38" dur="80"/>
                                        <p:tgtEl>
                                          <p:spTgt spid="4">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9" dur="80"/>
                                        <p:tgtEl>
                                          <p:spTgt spid="4">
                                            <p:txEl>
                                              <p:pRg st="5" end="5"/>
                                            </p:txEl>
                                          </p:spTgt>
                                        </p:tgtEl>
                                        <p:attrNameLst>
                                          <p:attrName>fillcolor</p:attrName>
                                        </p:attrNameLst>
                                      </p:cBhvr>
                                      <p:tavLst>
                                        <p:tav tm="0">
                                          <p:val>
                                            <p:clrVal>
                                              <a:schemeClr val="accent2"/>
                                            </p:clrVal>
                                          </p:val>
                                        </p:tav>
                                        <p:tav tm="50000">
                                          <p:val>
                                            <p:clrVal>
                                              <a:schemeClr val="hlink"/>
                                            </p:clrVal>
                                          </p:val>
                                        </p:tav>
                                      </p:tavLst>
                                    </p:anim>
                                    <p:set>
                                      <p:cBhvr>
                                        <p:cTn id="40" dur="80"/>
                                        <p:tgtEl>
                                          <p:spTgt spid="4">
                                            <p:txEl>
                                              <p:pRg st="5" end="5"/>
                                            </p:txEl>
                                          </p:spTgt>
                                        </p:tgtEl>
                                        <p:attrNameLst>
                                          <p:attrName>fill.type</p:attrName>
                                        </p:attrNameLst>
                                      </p:cBhvr>
                                      <p:to>
                                        <p:strVal val="solid"/>
                                      </p:to>
                                    </p:set>
                                  </p:childTnLst>
                                </p:cTn>
                              </p:par>
                            </p:childTnLst>
                          </p:cTn>
                        </p:par>
                      </p:childTnLst>
                    </p:cTn>
                  </p:par>
                  <p:par>
                    <p:cTn id="41" fill="hold">
                      <p:stCondLst>
                        <p:cond delay="indefinite"/>
                      </p:stCondLst>
                      <p:childTnLst>
                        <p:par>
                          <p:cTn id="42" fill="hold">
                            <p:stCondLst>
                              <p:cond delay="0"/>
                            </p:stCondLst>
                            <p:childTnLst>
                              <p:par>
                                <p:cTn id="43" presetID="27" presetClass="entr" presetSubtype="0" fill="hold" nodeType="clickEffect">
                                  <p:stCondLst>
                                    <p:cond delay="0"/>
                                  </p:stCondLst>
                                  <p:iterate type="lt">
                                    <p:tmPct val="50000"/>
                                  </p:iterate>
                                  <p:childTnLst>
                                    <p:set>
                                      <p:cBhvr>
                                        <p:cTn id="44" dur="1" fill="hold">
                                          <p:stCondLst>
                                            <p:cond delay="0"/>
                                          </p:stCondLst>
                                        </p:cTn>
                                        <p:tgtEl>
                                          <p:spTgt spid="4">
                                            <p:txEl>
                                              <p:pRg st="6" end="6"/>
                                            </p:txEl>
                                          </p:spTgt>
                                        </p:tgtEl>
                                        <p:attrNameLst>
                                          <p:attrName>style.visibility</p:attrName>
                                        </p:attrNameLst>
                                      </p:cBhvr>
                                      <p:to>
                                        <p:strVal val="visible"/>
                                      </p:to>
                                    </p:set>
                                    <p:anim calcmode="discrete" valueType="clr">
                                      <p:cBhvr override="childStyle">
                                        <p:cTn id="45" dur="80"/>
                                        <p:tgtEl>
                                          <p:spTgt spid="4">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6" dur="80"/>
                                        <p:tgtEl>
                                          <p:spTgt spid="4">
                                            <p:txEl>
                                              <p:pRg st="6" end="6"/>
                                            </p:txEl>
                                          </p:spTgt>
                                        </p:tgtEl>
                                        <p:attrNameLst>
                                          <p:attrName>fillcolor</p:attrName>
                                        </p:attrNameLst>
                                      </p:cBhvr>
                                      <p:tavLst>
                                        <p:tav tm="0">
                                          <p:val>
                                            <p:clrVal>
                                              <a:schemeClr val="accent2"/>
                                            </p:clrVal>
                                          </p:val>
                                        </p:tav>
                                        <p:tav tm="50000">
                                          <p:val>
                                            <p:clrVal>
                                              <a:schemeClr val="hlink"/>
                                            </p:clrVal>
                                          </p:val>
                                        </p:tav>
                                      </p:tavLst>
                                    </p:anim>
                                    <p:set>
                                      <p:cBhvr>
                                        <p:cTn id="47" dur="80"/>
                                        <p:tgtEl>
                                          <p:spTgt spid="4">
                                            <p:txEl>
                                              <p:pRg st="6" end="6"/>
                                            </p:txEl>
                                          </p:spTgt>
                                        </p:tgtEl>
                                        <p:attrNameLst>
                                          <p:attrName>fill.type</p:attrName>
                                        </p:attrNameLst>
                                      </p:cBhvr>
                                      <p:to>
                                        <p:strVal val="solid"/>
                                      </p:to>
                                    </p:set>
                                  </p:childTnLst>
                                </p:cTn>
                              </p:par>
                            </p:childTnLst>
                          </p:cTn>
                        </p:par>
                      </p:childTnLst>
                    </p:cTn>
                  </p:par>
                  <p:par>
                    <p:cTn id="48" fill="hold">
                      <p:stCondLst>
                        <p:cond delay="indefinite"/>
                      </p:stCondLst>
                      <p:childTnLst>
                        <p:par>
                          <p:cTn id="49" fill="hold">
                            <p:stCondLst>
                              <p:cond delay="0"/>
                            </p:stCondLst>
                            <p:childTnLst>
                              <p:par>
                                <p:cTn id="50" presetID="27" presetClass="entr" presetSubtype="0" fill="hold" nodeType="clickEffect">
                                  <p:stCondLst>
                                    <p:cond delay="0"/>
                                  </p:stCondLst>
                                  <p:iterate type="lt">
                                    <p:tmPct val="50000"/>
                                  </p:iterate>
                                  <p:childTnLst>
                                    <p:set>
                                      <p:cBhvr>
                                        <p:cTn id="51" dur="1" fill="hold">
                                          <p:stCondLst>
                                            <p:cond delay="0"/>
                                          </p:stCondLst>
                                        </p:cTn>
                                        <p:tgtEl>
                                          <p:spTgt spid="4">
                                            <p:txEl>
                                              <p:pRg st="8" end="8"/>
                                            </p:txEl>
                                          </p:spTgt>
                                        </p:tgtEl>
                                        <p:attrNameLst>
                                          <p:attrName>style.visibility</p:attrName>
                                        </p:attrNameLst>
                                      </p:cBhvr>
                                      <p:to>
                                        <p:strVal val="visible"/>
                                      </p:to>
                                    </p:set>
                                    <p:anim calcmode="discrete" valueType="clr">
                                      <p:cBhvr override="childStyle">
                                        <p:cTn id="52" dur="80"/>
                                        <p:tgtEl>
                                          <p:spTgt spid="4">
                                            <p:txEl>
                                              <p:pRg st="8" end="8"/>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3" dur="80"/>
                                        <p:tgtEl>
                                          <p:spTgt spid="4">
                                            <p:txEl>
                                              <p:pRg st="8" end="8"/>
                                            </p:txEl>
                                          </p:spTgt>
                                        </p:tgtEl>
                                        <p:attrNameLst>
                                          <p:attrName>fillcolor</p:attrName>
                                        </p:attrNameLst>
                                      </p:cBhvr>
                                      <p:tavLst>
                                        <p:tav tm="0">
                                          <p:val>
                                            <p:clrVal>
                                              <a:schemeClr val="accent2"/>
                                            </p:clrVal>
                                          </p:val>
                                        </p:tav>
                                        <p:tav tm="50000">
                                          <p:val>
                                            <p:clrVal>
                                              <a:schemeClr val="hlink"/>
                                            </p:clrVal>
                                          </p:val>
                                        </p:tav>
                                      </p:tavLst>
                                    </p:anim>
                                    <p:set>
                                      <p:cBhvr>
                                        <p:cTn id="54" dur="80"/>
                                        <p:tgtEl>
                                          <p:spTgt spid="4">
                                            <p:txEl>
                                              <p:pRg st="8" end="8"/>
                                            </p:txEl>
                                          </p:spTgt>
                                        </p:tgtEl>
                                        <p:attrNameLst>
                                          <p:attrName>fill.type</p:attrName>
                                        </p:attrNameLst>
                                      </p:cBhvr>
                                      <p:to>
                                        <p:strVal val="solid"/>
                                      </p:to>
                                    </p:set>
                                  </p:childTnLst>
                                </p:cTn>
                              </p:par>
                            </p:childTnLst>
                          </p:cTn>
                        </p:par>
                      </p:childTnLst>
                    </p:cTn>
                  </p:par>
                  <p:par>
                    <p:cTn id="55" fill="hold">
                      <p:stCondLst>
                        <p:cond delay="indefinite"/>
                      </p:stCondLst>
                      <p:childTnLst>
                        <p:par>
                          <p:cTn id="56" fill="hold">
                            <p:stCondLst>
                              <p:cond delay="0"/>
                            </p:stCondLst>
                            <p:childTnLst>
                              <p:par>
                                <p:cTn id="57" presetID="27" presetClass="entr" presetSubtype="0" fill="hold" nodeType="clickEffect">
                                  <p:stCondLst>
                                    <p:cond delay="0"/>
                                  </p:stCondLst>
                                  <p:iterate type="lt">
                                    <p:tmPct val="50000"/>
                                  </p:iterate>
                                  <p:childTnLst>
                                    <p:set>
                                      <p:cBhvr>
                                        <p:cTn id="58" dur="1" fill="hold">
                                          <p:stCondLst>
                                            <p:cond delay="0"/>
                                          </p:stCondLst>
                                        </p:cTn>
                                        <p:tgtEl>
                                          <p:spTgt spid="4">
                                            <p:txEl>
                                              <p:pRg st="10" end="10"/>
                                            </p:txEl>
                                          </p:spTgt>
                                        </p:tgtEl>
                                        <p:attrNameLst>
                                          <p:attrName>style.visibility</p:attrName>
                                        </p:attrNameLst>
                                      </p:cBhvr>
                                      <p:to>
                                        <p:strVal val="visible"/>
                                      </p:to>
                                    </p:set>
                                    <p:anim calcmode="discrete" valueType="clr">
                                      <p:cBhvr override="childStyle">
                                        <p:cTn id="59" dur="80"/>
                                        <p:tgtEl>
                                          <p:spTgt spid="4">
                                            <p:txEl>
                                              <p:pRg st="10" end="1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60" dur="80"/>
                                        <p:tgtEl>
                                          <p:spTgt spid="4">
                                            <p:txEl>
                                              <p:pRg st="10" end="10"/>
                                            </p:txEl>
                                          </p:spTgt>
                                        </p:tgtEl>
                                        <p:attrNameLst>
                                          <p:attrName>fillcolor</p:attrName>
                                        </p:attrNameLst>
                                      </p:cBhvr>
                                      <p:tavLst>
                                        <p:tav tm="0">
                                          <p:val>
                                            <p:clrVal>
                                              <a:schemeClr val="accent2"/>
                                            </p:clrVal>
                                          </p:val>
                                        </p:tav>
                                        <p:tav tm="50000">
                                          <p:val>
                                            <p:clrVal>
                                              <a:schemeClr val="hlink"/>
                                            </p:clrVal>
                                          </p:val>
                                        </p:tav>
                                      </p:tavLst>
                                    </p:anim>
                                    <p:set>
                                      <p:cBhvr>
                                        <p:cTn id="61" dur="80"/>
                                        <p:tgtEl>
                                          <p:spTgt spid="4">
                                            <p:txEl>
                                              <p:pRg st="10" end="10"/>
                                            </p:txEl>
                                          </p:spTgt>
                                        </p:tgtEl>
                                        <p:attrNameLst>
                                          <p:attrName>fill.type</p:attrName>
                                        </p:attrNameLst>
                                      </p:cBhvr>
                                      <p:to>
                                        <p:strVal val="solid"/>
                                      </p:to>
                                    </p:set>
                                  </p:childTnLst>
                                </p:cTn>
                              </p:par>
                            </p:childTnLst>
                          </p:cTn>
                        </p:par>
                      </p:childTnLst>
                    </p:cTn>
                  </p:par>
                  <p:par>
                    <p:cTn id="62" fill="hold">
                      <p:stCondLst>
                        <p:cond delay="indefinite"/>
                      </p:stCondLst>
                      <p:childTnLst>
                        <p:par>
                          <p:cTn id="63" fill="hold">
                            <p:stCondLst>
                              <p:cond delay="0"/>
                            </p:stCondLst>
                            <p:childTnLst>
                              <p:par>
                                <p:cTn id="64" presetID="27" presetClass="entr" presetSubtype="0" fill="hold" nodeType="clickEffect">
                                  <p:stCondLst>
                                    <p:cond delay="0"/>
                                  </p:stCondLst>
                                  <p:iterate type="lt">
                                    <p:tmPct val="50000"/>
                                  </p:iterate>
                                  <p:childTnLst>
                                    <p:set>
                                      <p:cBhvr>
                                        <p:cTn id="65" dur="1" fill="hold">
                                          <p:stCondLst>
                                            <p:cond delay="0"/>
                                          </p:stCondLst>
                                        </p:cTn>
                                        <p:tgtEl>
                                          <p:spTgt spid="4">
                                            <p:txEl>
                                              <p:pRg st="12" end="12"/>
                                            </p:txEl>
                                          </p:spTgt>
                                        </p:tgtEl>
                                        <p:attrNameLst>
                                          <p:attrName>style.visibility</p:attrName>
                                        </p:attrNameLst>
                                      </p:cBhvr>
                                      <p:to>
                                        <p:strVal val="visible"/>
                                      </p:to>
                                    </p:set>
                                    <p:anim calcmode="discrete" valueType="clr">
                                      <p:cBhvr override="childStyle">
                                        <p:cTn id="66" dur="80"/>
                                        <p:tgtEl>
                                          <p:spTgt spid="4">
                                            <p:txEl>
                                              <p:pRg st="12" end="1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67" dur="80"/>
                                        <p:tgtEl>
                                          <p:spTgt spid="4">
                                            <p:txEl>
                                              <p:pRg st="12" end="12"/>
                                            </p:txEl>
                                          </p:spTgt>
                                        </p:tgtEl>
                                        <p:attrNameLst>
                                          <p:attrName>fillcolor</p:attrName>
                                        </p:attrNameLst>
                                      </p:cBhvr>
                                      <p:tavLst>
                                        <p:tav tm="0">
                                          <p:val>
                                            <p:clrVal>
                                              <a:schemeClr val="accent2"/>
                                            </p:clrVal>
                                          </p:val>
                                        </p:tav>
                                        <p:tav tm="50000">
                                          <p:val>
                                            <p:clrVal>
                                              <a:schemeClr val="hlink"/>
                                            </p:clrVal>
                                          </p:val>
                                        </p:tav>
                                      </p:tavLst>
                                    </p:anim>
                                    <p:set>
                                      <p:cBhvr>
                                        <p:cTn id="68" dur="80"/>
                                        <p:tgtEl>
                                          <p:spTgt spid="4">
                                            <p:txEl>
                                              <p:pRg st="12" end="12"/>
                                            </p:txEl>
                                          </p:spTgt>
                                        </p:tgtEl>
                                        <p:attrNameLst>
                                          <p:attrName>fill.type</p:attrName>
                                        </p:attrNameLst>
                                      </p:cBhvr>
                                      <p:to>
                                        <p:strVal val="solid"/>
                                      </p:to>
                                    </p:set>
                                  </p:childTnLst>
                                </p:cTn>
                              </p:par>
                            </p:childTnLst>
                          </p:cTn>
                        </p:par>
                      </p:childTnLst>
                    </p:cTn>
                  </p:par>
                  <p:par>
                    <p:cTn id="69" fill="hold">
                      <p:stCondLst>
                        <p:cond delay="indefinite"/>
                      </p:stCondLst>
                      <p:childTnLst>
                        <p:par>
                          <p:cTn id="70" fill="hold">
                            <p:stCondLst>
                              <p:cond delay="0"/>
                            </p:stCondLst>
                            <p:childTnLst>
                              <p:par>
                                <p:cTn id="71" presetID="5" presetClass="entr" presetSubtype="10" fill="hold" nodeType="clickEffect">
                                  <p:stCondLst>
                                    <p:cond delay="0"/>
                                  </p:stCondLst>
                                  <p:childTnLst>
                                    <p:set>
                                      <p:cBhvr>
                                        <p:cTn id="72" dur="1" fill="hold">
                                          <p:stCondLst>
                                            <p:cond delay="0"/>
                                          </p:stCondLst>
                                        </p:cTn>
                                        <p:tgtEl>
                                          <p:spTgt spid="6">
                                            <p:txEl>
                                              <p:pRg st="0" end="0"/>
                                            </p:txEl>
                                          </p:spTgt>
                                        </p:tgtEl>
                                        <p:attrNameLst>
                                          <p:attrName>style.visibility</p:attrName>
                                        </p:attrNameLst>
                                      </p:cBhvr>
                                      <p:to>
                                        <p:strVal val="visible"/>
                                      </p:to>
                                    </p:set>
                                    <p:animEffect transition="in" filter="checkerboard(across)">
                                      <p:cBhvr>
                                        <p:cTn id="73" dur="500"/>
                                        <p:tgtEl>
                                          <p:spTgt spid="6">
                                            <p:txEl>
                                              <p:pRg st="0" end="0"/>
                                            </p:txEl>
                                          </p:spTgt>
                                        </p:tgtEl>
                                      </p:cBhvr>
                                    </p:animEffect>
                                  </p:childTnLst>
                                </p:cTn>
                              </p:par>
                              <p:par>
                                <p:cTn id="74" presetID="5" presetClass="entr" presetSubtype="10" fill="hold" nodeType="withEffect">
                                  <p:stCondLst>
                                    <p:cond delay="0"/>
                                  </p:stCondLst>
                                  <p:childTnLst>
                                    <p:set>
                                      <p:cBhvr>
                                        <p:cTn id="75" dur="1" fill="hold">
                                          <p:stCondLst>
                                            <p:cond delay="0"/>
                                          </p:stCondLst>
                                        </p:cTn>
                                        <p:tgtEl>
                                          <p:spTgt spid="6">
                                            <p:txEl>
                                              <p:pRg st="1" end="1"/>
                                            </p:txEl>
                                          </p:spTgt>
                                        </p:tgtEl>
                                        <p:attrNameLst>
                                          <p:attrName>style.visibility</p:attrName>
                                        </p:attrNameLst>
                                      </p:cBhvr>
                                      <p:to>
                                        <p:strVal val="visible"/>
                                      </p:to>
                                    </p:set>
                                    <p:animEffect transition="in" filter="checkerboard(across)">
                                      <p:cBhvr>
                                        <p:cTn id="76" dur="500"/>
                                        <p:tgtEl>
                                          <p:spTgt spid="6">
                                            <p:txEl>
                                              <p:pRg st="1" end="1"/>
                                            </p:txEl>
                                          </p:spTgt>
                                        </p:tgtEl>
                                      </p:cBhvr>
                                    </p:animEffect>
                                  </p:childTnLst>
                                </p:cTn>
                              </p:par>
                              <p:par>
                                <p:cTn id="77" presetID="5" presetClass="entr" presetSubtype="10" fill="hold" nodeType="withEffect">
                                  <p:stCondLst>
                                    <p:cond delay="0"/>
                                  </p:stCondLst>
                                  <p:childTnLst>
                                    <p:set>
                                      <p:cBhvr>
                                        <p:cTn id="78" dur="1" fill="hold">
                                          <p:stCondLst>
                                            <p:cond delay="0"/>
                                          </p:stCondLst>
                                        </p:cTn>
                                        <p:tgtEl>
                                          <p:spTgt spid="6">
                                            <p:txEl>
                                              <p:pRg st="2" end="2"/>
                                            </p:txEl>
                                          </p:spTgt>
                                        </p:tgtEl>
                                        <p:attrNameLst>
                                          <p:attrName>style.visibility</p:attrName>
                                        </p:attrNameLst>
                                      </p:cBhvr>
                                      <p:to>
                                        <p:strVal val="visible"/>
                                      </p:to>
                                    </p:set>
                                    <p:animEffect transition="in" filter="checkerboard(across)">
                                      <p:cBhvr>
                                        <p:cTn id="79" dur="500"/>
                                        <p:tgtEl>
                                          <p:spTgt spid="6">
                                            <p:txEl>
                                              <p:pRg st="2" end="2"/>
                                            </p:txEl>
                                          </p:spTgt>
                                        </p:tgtEl>
                                      </p:cBhvr>
                                    </p:animEffect>
                                  </p:childTnLst>
                                </p:cTn>
                              </p:par>
                              <p:par>
                                <p:cTn id="80" presetID="5" presetClass="entr" presetSubtype="10" fill="hold" nodeType="withEffect">
                                  <p:stCondLst>
                                    <p:cond delay="0"/>
                                  </p:stCondLst>
                                  <p:childTnLst>
                                    <p:set>
                                      <p:cBhvr>
                                        <p:cTn id="81" dur="1" fill="hold">
                                          <p:stCondLst>
                                            <p:cond delay="0"/>
                                          </p:stCondLst>
                                        </p:cTn>
                                        <p:tgtEl>
                                          <p:spTgt spid="6">
                                            <p:txEl>
                                              <p:pRg st="3" end="3"/>
                                            </p:txEl>
                                          </p:spTgt>
                                        </p:tgtEl>
                                        <p:attrNameLst>
                                          <p:attrName>style.visibility</p:attrName>
                                        </p:attrNameLst>
                                      </p:cBhvr>
                                      <p:to>
                                        <p:strVal val="visible"/>
                                      </p:to>
                                    </p:set>
                                    <p:animEffect transition="in" filter="checkerboard(across)">
                                      <p:cBhvr>
                                        <p:cTn id="8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71600" y="0"/>
            <a:ext cx="7306808" cy="523220"/>
          </a:xfrm>
          <a:prstGeom prst="rect">
            <a:avLst/>
          </a:prstGeom>
          <a:noFill/>
        </p:spPr>
        <p:txBody>
          <a:bodyPr wrap="none" rtlCol="0">
            <a:spAutoFit/>
          </a:bodyPr>
          <a:lstStyle/>
          <a:p>
            <a:r>
              <a:rPr lang="en-US" sz="2800" u="sng" dirty="0">
                <a:latin typeface="Algerian" pitchFamily="82" charset="0"/>
              </a:rPr>
              <a:t>C0de</a:t>
            </a:r>
            <a:r>
              <a:rPr lang="en-US" sz="2800" dirty="0">
                <a:latin typeface="Algerian" pitchFamily="82" charset="0"/>
              </a:rPr>
              <a:t> </a:t>
            </a:r>
            <a:r>
              <a:rPr lang="en-US" sz="2800" u="sng" dirty="0">
                <a:latin typeface="Algerian" pitchFamily="82" charset="0"/>
              </a:rPr>
              <a:t>with</a:t>
            </a:r>
            <a:r>
              <a:rPr lang="en-US" sz="2800" dirty="0">
                <a:latin typeface="Algerian" pitchFamily="82" charset="0"/>
              </a:rPr>
              <a:t> </a:t>
            </a:r>
            <a:r>
              <a:rPr lang="en-US" sz="2800" u="sng" dirty="0">
                <a:latin typeface="Algerian" pitchFamily="82" charset="0"/>
              </a:rPr>
              <a:t>commands</a:t>
            </a:r>
            <a:r>
              <a:rPr lang="en-US" sz="2800" dirty="0">
                <a:latin typeface="Algerian" pitchFamily="82" charset="0"/>
              </a:rPr>
              <a:t> </a:t>
            </a:r>
            <a:r>
              <a:rPr lang="en-US" sz="2800" u="sng" dirty="0">
                <a:latin typeface="Algerian" pitchFamily="82" charset="0"/>
              </a:rPr>
              <a:t>and</a:t>
            </a:r>
            <a:r>
              <a:rPr lang="en-US" sz="2800" dirty="0">
                <a:latin typeface="Algerian" pitchFamily="82" charset="0"/>
              </a:rPr>
              <a:t> </a:t>
            </a:r>
            <a:r>
              <a:rPr lang="en-US" sz="2800" u="sng" dirty="0">
                <a:latin typeface="Algerian" pitchFamily="82" charset="0"/>
              </a:rPr>
              <a:t>explanation</a:t>
            </a:r>
          </a:p>
        </p:txBody>
      </p:sp>
      <p:sp>
        <p:nvSpPr>
          <p:cNvPr id="5" name="TextBox 4"/>
          <p:cNvSpPr txBox="1"/>
          <p:nvPr/>
        </p:nvSpPr>
        <p:spPr>
          <a:xfrm>
            <a:off x="0" y="692696"/>
            <a:ext cx="9144000" cy="6186309"/>
          </a:xfrm>
          <a:prstGeom prst="rect">
            <a:avLst/>
          </a:prstGeom>
          <a:noFill/>
        </p:spPr>
        <p:txBody>
          <a:bodyPr wrap="square" rtlCol="0">
            <a:spAutoFit/>
          </a:bodyPr>
          <a:lstStyle/>
          <a:p>
            <a:r>
              <a:rPr lang="en-US" b="1" i="1" dirty="0">
                <a:solidFill>
                  <a:srgbClr val="FF0000"/>
                </a:solidFill>
                <a:latin typeface="Arial Narrow" pitchFamily="34" charset="0"/>
              </a:rPr>
              <a:t>📦</a:t>
            </a:r>
            <a:r>
              <a:rPr lang="en-US" b="1" i="1" dirty="0">
                <a:latin typeface="Arial Narrow" pitchFamily="34" charset="0"/>
              </a:rPr>
              <a:t>  </a:t>
            </a:r>
            <a:r>
              <a:rPr lang="en-US" b="1" i="1" u="sng" dirty="0">
                <a:latin typeface="Berlin Sans FB" pitchFamily="34" charset="0"/>
              </a:rPr>
              <a:t>Importing required libraries</a:t>
            </a:r>
            <a:r>
              <a:rPr lang="en-US" b="1" i="1" dirty="0">
                <a:latin typeface="Berlin Sans FB" pitchFamily="34" charset="0"/>
              </a:rPr>
              <a:t>  </a:t>
            </a:r>
            <a:r>
              <a:rPr lang="en-US" i="1" dirty="0">
                <a:latin typeface="Berlin Sans FB" pitchFamily="34" charset="0"/>
              </a:rPr>
              <a:t>:</a:t>
            </a:r>
            <a:r>
              <a:rPr lang="en-US" b="1" i="1" dirty="0">
                <a:latin typeface="Berlin Sans FB" pitchFamily="34" charset="0"/>
              </a:rPr>
              <a:t> </a:t>
            </a:r>
            <a:r>
              <a:rPr lang="en-US" b="1" i="1" dirty="0">
                <a:latin typeface="Arial Narrow" pitchFamily="34" charset="0"/>
              </a:rPr>
              <a:t>is the first step of the program, where essential Python modules are loaded to support file handling, data processing, machine learning, and evaluation.</a:t>
            </a:r>
          </a:p>
          <a:p>
            <a:endParaRPr lang="en-US" b="1" i="1" dirty="0">
              <a:solidFill>
                <a:srgbClr val="FF0000"/>
              </a:solidFill>
              <a:latin typeface="Arial Narrow" pitchFamily="34" charset="0"/>
            </a:endParaRPr>
          </a:p>
          <a:p>
            <a:r>
              <a:rPr lang="en-US" b="1" i="1" dirty="0">
                <a:solidFill>
                  <a:srgbClr val="FF0000"/>
                </a:solidFill>
                <a:latin typeface="Arial Narrow" pitchFamily="34" charset="0"/>
              </a:rPr>
              <a:t>🗂 </a:t>
            </a:r>
            <a:r>
              <a:rPr lang="en-US" b="1" i="1" dirty="0">
                <a:latin typeface="Arial Narrow" pitchFamily="34" charset="0"/>
              </a:rPr>
              <a:t>    </a:t>
            </a:r>
            <a:r>
              <a:rPr lang="en-US" b="1" i="1" u="sng" dirty="0" err="1">
                <a:latin typeface="Rockwell Extra Bold" pitchFamily="18" charset="0"/>
              </a:rPr>
              <a:t>os</a:t>
            </a:r>
            <a:r>
              <a:rPr lang="en-US" b="1" i="1" dirty="0">
                <a:latin typeface="Arial Narrow" pitchFamily="34" charset="0"/>
              </a:rPr>
              <a:t>  : is used to work with files and folders in the system.</a:t>
            </a:r>
          </a:p>
          <a:p>
            <a:endParaRPr lang="en-US" b="1" i="1" dirty="0">
              <a:latin typeface="Arial Narrow" pitchFamily="34" charset="0"/>
            </a:endParaRPr>
          </a:p>
          <a:p>
            <a:r>
              <a:rPr lang="en-US" b="1" i="1" dirty="0">
                <a:solidFill>
                  <a:srgbClr val="FF0000"/>
                </a:solidFill>
                <a:latin typeface="Arial Narrow" pitchFamily="34" charset="0"/>
              </a:rPr>
              <a:t>🔐</a:t>
            </a:r>
            <a:r>
              <a:rPr lang="en-US" b="1" i="1" dirty="0">
                <a:latin typeface="Arial Narrow" pitchFamily="34" charset="0"/>
              </a:rPr>
              <a:t>    </a:t>
            </a:r>
            <a:r>
              <a:rPr lang="en-US" b="1" i="1" u="sng" dirty="0">
                <a:latin typeface="Rockwell Extra Bold" pitchFamily="18" charset="0"/>
              </a:rPr>
              <a:t> </a:t>
            </a:r>
            <a:r>
              <a:rPr lang="en-US" b="1" i="1" u="sng" dirty="0" err="1">
                <a:latin typeface="Rockwell Extra Bold" pitchFamily="18" charset="0"/>
              </a:rPr>
              <a:t>hashlib</a:t>
            </a:r>
            <a:r>
              <a:rPr lang="en-US" b="1" i="1" dirty="0">
                <a:latin typeface="Rockwell Extra Bold" pitchFamily="18" charset="0"/>
              </a:rPr>
              <a:t>  </a:t>
            </a:r>
            <a:r>
              <a:rPr lang="en-US" b="1" i="1" dirty="0">
                <a:latin typeface="Arial Narrow" pitchFamily="34" charset="0"/>
              </a:rPr>
              <a:t>: helps generate SHA-256 hashes to uniquely identify files.</a:t>
            </a:r>
          </a:p>
          <a:p>
            <a:endParaRPr lang="en-US" b="1" i="1" dirty="0">
              <a:latin typeface="Arial Narrow" pitchFamily="34" charset="0"/>
            </a:endParaRPr>
          </a:p>
          <a:p>
            <a:r>
              <a:rPr lang="en-US" b="1" i="1" dirty="0">
                <a:solidFill>
                  <a:srgbClr val="FF0000"/>
                </a:solidFill>
                <a:latin typeface="Arial Narrow" pitchFamily="34" charset="0"/>
              </a:rPr>
              <a:t>📊 </a:t>
            </a:r>
            <a:r>
              <a:rPr lang="en-US" b="1" i="1" dirty="0">
                <a:latin typeface="Arial Narrow" pitchFamily="34" charset="0"/>
              </a:rPr>
              <a:t>   </a:t>
            </a:r>
            <a:r>
              <a:rPr lang="en-US" b="1" i="1" u="sng" dirty="0">
                <a:latin typeface="Rockwell Extra Bold" pitchFamily="18" charset="0"/>
              </a:rPr>
              <a:t>pandas (pd</a:t>
            </a:r>
            <a:r>
              <a:rPr lang="en-US" b="1" i="1" dirty="0">
                <a:latin typeface="Arial Narrow" pitchFamily="34" charset="0"/>
              </a:rPr>
              <a:t>) : is used to load, read, and manage the malware dataset.</a:t>
            </a:r>
          </a:p>
          <a:p>
            <a:endParaRPr lang="en-US" b="1" i="1" dirty="0">
              <a:latin typeface="Arial Narrow" pitchFamily="34" charset="0"/>
            </a:endParaRPr>
          </a:p>
          <a:p>
            <a:r>
              <a:rPr lang="en-US" b="1" i="1" dirty="0">
                <a:solidFill>
                  <a:srgbClr val="FF0000"/>
                </a:solidFill>
                <a:latin typeface="Arial Narrow" pitchFamily="34" charset="0"/>
              </a:rPr>
              <a:t>🔢</a:t>
            </a:r>
            <a:r>
              <a:rPr lang="en-US" b="1" i="1" dirty="0">
                <a:latin typeface="Arial Narrow" pitchFamily="34" charset="0"/>
              </a:rPr>
              <a:t>   </a:t>
            </a:r>
            <a:r>
              <a:rPr lang="en-US" b="1" i="1" u="sng" dirty="0" err="1">
                <a:latin typeface="Rockwell Extra Bold" pitchFamily="18" charset="0"/>
              </a:rPr>
              <a:t>numpy</a:t>
            </a:r>
            <a:r>
              <a:rPr lang="en-US" b="1" i="1" u="sng" dirty="0">
                <a:latin typeface="Rockwell Extra Bold" pitchFamily="18" charset="0"/>
              </a:rPr>
              <a:t> (</a:t>
            </a:r>
            <a:r>
              <a:rPr lang="en-US" b="1" i="1" u="sng" dirty="0" err="1">
                <a:latin typeface="Rockwell Extra Bold" pitchFamily="18" charset="0"/>
              </a:rPr>
              <a:t>np</a:t>
            </a:r>
            <a:r>
              <a:rPr lang="en-US" b="1" i="1" u="sng" dirty="0">
                <a:latin typeface="Rockwell Extra Bold" pitchFamily="18" charset="0"/>
              </a:rPr>
              <a:t>)</a:t>
            </a:r>
            <a:r>
              <a:rPr lang="en-US" b="1" i="1" dirty="0">
                <a:latin typeface="Rockwell Extra Bold" pitchFamily="18" charset="0"/>
              </a:rPr>
              <a:t> </a:t>
            </a:r>
            <a:r>
              <a:rPr lang="en-US" b="1" i="1" dirty="0">
                <a:latin typeface="Arial Narrow" pitchFamily="34" charset="0"/>
              </a:rPr>
              <a:t>: supports numerical calculations and feature generation.</a:t>
            </a:r>
          </a:p>
          <a:p>
            <a:endParaRPr lang="en-US" b="1" i="1" dirty="0">
              <a:latin typeface="Arial Narrow" pitchFamily="34" charset="0"/>
            </a:endParaRPr>
          </a:p>
          <a:p>
            <a:r>
              <a:rPr lang="en-US" b="1" i="1" dirty="0">
                <a:solidFill>
                  <a:srgbClr val="FF0000"/>
                </a:solidFill>
                <a:latin typeface="Arial Narrow" pitchFamily="34" charset="0"/>
              </a:rPr>
              <a:t>✂</a:t>
            </a:r>
            <a:r>
              <a:rPr lang="en-US" b="1" i="1" dirty="0">
                <a:latin typeface="Arial Narrow" pitchFamily="34" charset="0"/>
              </a:rPr>
              <a:t>  </a:t>
            </a:r>
            <a:r>
              <a:rPr lang="en-US" b="1" i="1" dirty="0">
                <a:latin typeface="Rockwell Extra Bold" pitchFamily="18" charset="0"/>
              </a:rPr>
              <a:t>    </a:t>
            </a:r>
            <a:r>
              <a:rPr lang="en-US" b="1" i="1" u="sng" dirty="0" err="1">
                <a:latin typeface="Rockwell Extra Bold" pitchFamily="18" charset="0"/>
              </a:rPr>
              <a:t>train_test_split</a:t>
            </a:r>
            <a:r>
              <a:rPr lang="en-US" b="1" i="1" dirty="0">
                <a:latin typeface="Rockwell Extra Bold" pitchFamily="18" charset="0"/>
              </a:rPr>
              <a:t>     </a:t>
            </a:r>
            <a:r>
              <a:rPr lang="en-US" b="1" i="1" dirty="0">
                <a:latin typeface="Arial Narrow" pitchFamily="34" charset="0"/>
              </a:rPr>
              <a:t>: divides the dataset into training and testing parts.</a:t>
            </a:r>
          </a:p>
          <a:p>
            <a:endParaRPr lang="en-US" b="1" i="1" dirty="0">
              <a:latin typeface="Arial Narrow" pitchFamily="34" charset="0"/>
            </a:endParaRPr>
          </a:p>
          <a:p>
            <a:r>
              <a:rPr lang="en-US" b="1" i="1" dirty="0">
                <a:solidFill>
                  <a:srgbClr val="FF0000"/>
                </a:solidFill>
                <a:latin typeface="Arial Narrow" pitchFamily="34" charset="0"/>
              </a:rPr>
              <a:t>🌳   </a:t>
            </a:r>
            <a:r>
              <a:rPr lang="en-US" b="1" i="1" u="sng" dirty="0" err="1">
                <a:latin typeface="Rockwell Extra Bold" pitchFamily="18" charset="0"/>
              </a:rPr>
              <a:t>RandomForestClassifier</a:t>
            </a:r>
            <a:r>
              <a:rPr lang="en-US" b="1" i="1" dirty="0">
                <a:latin typeface="Arial Narrow" pitchFamily="34" charset="0"/>
              </a:rPr>
              <a:t> : is the machine learning algorithm used to detect</a:t>
            </a:r>
          </a:p>
          <a:p>
            <a:r>
              <a:rPr lang="en-US" b="1" i="1" dirty="0">
                <a:latin typeface="Arial Narrow" pitchFamily="34" charset="0"/>
              </a:rPr>
              <a:t>                                                                                malware.</a:t>
            </a:r>
          </a:p>
          <a:p>
            <a:endParaRPr lang="en-US" b="1" i="1" dirty="0">
              <a:latin typeface="Arial Narrow" pitchFamily="34" charset="0"/>
            </a:endParaRPr>
          </a:p>
          <a:p>
            <a:r>
              <a:rPr lang="en-US" b="1" i="1" dirty="0">
                <a:solidFill>
                  <a:srgbClr val="FF0000"/>
                </a:solidFill>
                <a:latin typeface="Arial Narrow" pitchFamily="34" charset="0"/>
              </a:rPr>
              <a:t>🎯</a:t>
            </a:r>
            <a:r>
              <a:rPr lang="en-US" b="1" i="1" dirty="0">
                <a:latin typeface="Arial Narrow" pitchFamily="34" charset="0"/>
              </a:rPr>
              <a:t>  </a:t>
            </a:r>
            <a:r>
              <a:rPr lang="en-US" b="1" i="1" u="sng" dirty="0" err="1">
                <a:latin typeface="Rockwell Extra Bold" pitchFamily="18" charset="0"/>
              </a:rPr>
              <a:t>accuracy_score</a:t>
            </a:r>
            <a:r>
              <a:rPr lang="en-US" b="1" i="1" dirty="0">
                <a:latin typeface="Arial Narrow" pitchFamily="34" charset="0"/>
              </a:rPr>
              <a:t> : measures how accurately the model predicts results.</a:t>
            </a:r>
          </a:p>
          <a:p>
            <a:endParaRPr lang="en-US" b="1" i="1" dirty="0">
              <a:latin typeface="Arial Narrow" pitchFamily="34" charset="0"/>
            </a:endParaRPr>
          </a:p>
          <a:p>
            <a:r>
              <a:rPr lang="en-US" b="1" i="1" dirty="0">
                <a:solidFill>
                  <a:srgbClr val="FF0000"/>
                </a:solidFill>
                <a:latin typeface="Arial Narrow" pitchFamily="34" charset="0"/>
              </a:rPr>
              <a:t>📉  </a:t>
            </a:r>
            <a:r>
              <a:rPr lang="en-US" b="1" i="1" dirty="0">
                <a:latin typeface="Arial Narrow" pitchFamily="34" charset="0"/>
              </a:rPr>
              <a:t> </a:t>
            </a:r>
            <a:r>
              <a:rPr lang="en-US" b="1" i="1" u="sng" dirty="0" err="1">
                <a:latin typeface="Rockwell Extra Bold" pitchFamily="18" charset="0"/>
              </a:rPr>
              <a:t>confusion_matrix</a:t>
            </a:r>
            <a:r>
              <a:rPr lang="en-US" b="1" i="1" u="sng" dirty="0">
                <a:latin typeface="Rockwell Extra Bold" pitchFamily="18" charset="0"/>
              </a:rPr>
              <a:t> </a:t>
            </a:r>
            <a:r>
              <a:rPr lang="en-US" b="1" i="1" dirty="0">
                <a:latin typeface="Rockwell Extra Bold" pitchFamily="18" charset="0"/>
              </a:rPr>
              <a:t> </a:t>
            </a:r>
            <a:r>
              <a:rPr lang="en-US" b="1" i="1" dirty="0">
                <a:latin typeface="Arial Narrow" pitchFamily="34" charset="0"/>
              </a:rPr>
              <a:t>: shows correct and incorrect predictions in matrix form.</a:t>
            </a:r>
          </a:p>
          <a:p>
            <a:endParaRPr lang="en-US" b="1" i="1" dirty="0">
              <a:latin typeface="Arial Narrow" pitchFamily="34" charset="0"/>
            </a:endParaRPr>
          </a:p>
          <a:p>
            <a:r>
              <a:rPr lang="en-US" b="1" i="1" dirty="0">
                <a:solidFill>
                  <a:srgbClr val="FF0000"/>
                </a:solidFill>
                <a:latin typeface="Arial Narrow" pitchFamily="34" charset="0"/>
              </a:rPr>
              <a:t>🧾</a:t>
            </a:r>
            <a:r>
              <a:rPr lang="en-US" b="1" i="1" dirty="0">
                <a:latin typeface="Arial Narrow" pitchFamily="34" charset="0"/>
              </a:rPr>
              <a:t>  </a:t>
            </a:r>
            <a:r>
              <a:rPr lang="en-US" b="1" i="1" u="sng" dirty="0" err="1">
                <a:latin typeface="Rockwell Extra Bold" pitchFamily="18" charset="0"/>
              </a:rPr>
              <a:t>classification_report</a:t>
            </a:r>
            <a:r>
              <a:rPr lang="en-US" b="1" i="1" dirty="0">
                <a:latin typeface="Arial Narrow" pitchFamily="34" charset="0"/>
              </a:rPr>
              <a:t> : provides detailed metrics such as precision, recall, and</a:t>
            </a:r>
          </a:p>
          <a:p>
            <a:r>
              <a:rPr lang="en-US" b="1" i="1" dirty="0">
                <a:latin typeface="Arial Narrow" pitchFamily="34" charset="0"/>
              </a:rPr>
              <a:t>                                                                              F1-score.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7" presetClass="entr" presetSubtype="0" fill="hold" nodeType="clickEffect">
                                  <p:stCondLst>
                                    <p:cond delay="0"/>
                                  </p:stCondLst>
                                  <p:iterate type="lt">
                                    <p:tmPct val="50000"/>
                                  </p:iterate>
                                  <p:childTnLst>
                                    <p:set>
                                      <p:cBhvr>
                                        <p:cTn id="11" dur="1" fill="hold">
                                          <p:stCondLst>
                                            <p:cond delay="0"/>
                                          </p:stCondLst>
                                        </p:cTn>
                                        <p:tgtEl>
                                          <p:spTgt spid="5">
                                            <p:txEl>
                                              <p:pRg st="0" end="0"/>
                                            </p:txEl>
                                          </p:spTgt>
                                        </p:tgtEl>
                                        <p:attrNameLst>
                                          <p:attrName>style.visibility</p:attrName>
                                        </p:attrNameLst>
                                      </p:cBhvr>
                                      <p:to>
                                        <p:strVal val="visible"/>
                                      </p:to>
                                    </p:set>
                                    <p:anim calcmode="discrete" valueType="clr">
                                      <p:cBhvr override="childStyle">
                                        <p:cTn id="12" dur="80"/>
                                        <p:tgtEl>
                                          <p:spTgt spid="5">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5">
                                            <p:txEl>
                                              <p:pRg st="0" end="0"/>
                                            </p:txEl>
                                          </p:spTgt>
                                        </p:tgtEl>
                                        <p:attrNameLst>
                                          <p:attrName>fillcolor</p:attrName>
                                        </p:attrNameLst>
                                      </p:cBhvr>
                                      <p:tavLst>
                                        <p:tav tm="0">
                                          <p:val>
                                            <p:clrVal>
                                              <a:schemeClr val="accent2"/>
                                            </p:clrVal>
                                          </p:val>
                                        </p:tav>
                                        <p:tav tm="50000">
                                          <p:val>
                                            <p:clrVal>
                                              <a:schemeClr val="hlink"/>
                                            </p:clrVal>
                                          </p:val>
                                        </p:tav>
                                      </p:tavLst>
                                    </p:anim>
                                    <p:set>
                                      <p:cBhvr>
                                        <p:cTn id="14" dur="80"/>
                                        <p:tgtEl>
                                          <p:spTgt spid="5">
                                            <p:txEl>
                                              <p:pRg st="0" end="0"/>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27" presetClass="entr" presetSubtype="0" fill="hold" nodeType="clickEffect">
                                  <p:stCondLst>
                                    <p:cond delay="0"/>
                                  </p:stCondLst>
                                  <p:iterate type="lt">
                                    <p:tmPct val="50000"/>
                                  </p:iterate>
                                  <p:childTnLst>
                                    <p:set>
                                      <p:cBhvr>
                                        <p:cTn id="18" dur="1" fill="hold">
                                          <p:stCondLst>
                                            <p:cond delay="0"/>
                                          </p:stCondLst>
                                        </p:cTn>
                                        <p:tgtEl>
                                          <p:spTgt spid="5">
                                            <p:txEl>
                                              <p:pRg st="2" end="2"/>
                                            </p:txEl>
                                          </p:spTgt>
                                        </p:tgtEl>
                                        <p:attrNameLst>
                                          <p:attrName>style.visibility</p:attrName>
                                        </p:attrNameLst>
                                      </p:cBhvr>
                                      <p:to>
                                        <p:strVal val="visible"/>
                                      </p:to>
                                    </p:set>
                                    <p:anim calcmode="discrete" valueType="clr">
                                      <p:cBhvr override="childStyle">
                                        <p:cTn id="19" dur="80"/>
                                        <p:tgtEl>
                                          <p:spTgt spid="5">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0" dur="80"/>
                                        <p:tgtEl>
                                          <p:spTgt spid="5">
                                            <p:txEl>
                                              <p:pRg st="2" end="2"/>
                                            </p:txEl>
                                          </p:spTgt>
                                        </p:tgtEl>
                                        <p:attrNameLst>
                                          <p:attrName>fillcolor</p:attrName>
                                        </p:attrNameLst>
                                      </p:cBhvr>
                                      <p:tavLst>
                                        <p:tav tm="0">
                                          <p:val>
                                            <p:clrVal>
                                              <a:schemeClr val="accent2"/>
                                            </p:clrVal>
                                          </p:val>
                                        </p:tav>
                                        <p:tav tm="50000">
                                          <p:val>
                                            <p:clrVal>
                                              <a:schemeClr val="hlink"/>
                                            </p:clrVal>
                                          </p:val>
                                        </p:tav>
                                      </p:tavLst>
                                    </p:anim>
                                    <p:set>
                                      <p:cBhvr>
                                        <p:cTn id="21" dur="80"/>
                                        <p:tgtEl>
                                          <p:spTgt spid="5">
                                            <p:txEl>
                                              <p:pRg st="2" end="2"/>
                                            </p:txEl>
                                          </p:spTgt>
                                        </p:tgtEl>
                                        <p:attrNameLst>
                                          <p:attrName>fill.type</p:attrName>
                                        </p:attrNameLst>
                                      </p:cBhvr>
                                      <p:to>
                                        <p:strVal val="solid"/>
                                      </p:to>
                                    </p:set>
                                  </p:childTnLst>
                                </p:cTn>
                              </p:par>
                            </p:childTnLst>
                          </p:cTn>
                        </p:par>
                      </p:childTnLst>
                    </p:cTn>
                  </p:par>
                  <p:par>
                    <p:cTn id="22" fill="hold">
                      <p:stCondLst>
                        <p:cond delay="indefinite"/>
                      </p:stCondLst>
                      <p:childTnLst>
                        <p:par>
                          <p:cTn id="23" fill="hold">
                            <p:stCondLst>
                              <p:cond delay="0"/>
                            </p:stCondLst>
                            <p:childTnLst>
                              <p:par>
                                <p:cTn id="24" presetID="27" presetClass="entr" presetSubtype="0" fill="hold" nodeType="clickEffect">
                                  <p:stCondLst>
                                    <p:cond delay="0"/>
                                  </p:stCondLst>
                                  <p:iterate type="lt">
                                    <p:tmPct val="50000"/>
                                  </p:iterate>
                                  <p:childTnLst>
                                    <p:set>
                                      <p:cBhvr>
                                        <p:cTn id="25" dur="1" fill="hold">
                                          <p:stCondLst>
                                            <p:cond delay="0"/>
                                          </p:stCondLst>
                                        </p:cTn>
                                        <p:tgtEl>
                                          <p:spTgt spid="5">
                                            <p:txEl>
                                              <p:pRg st="4" end="4"/>
                                            </p:txEl>
                                          </p:spTgt>
                                        </p:tgtEl>
                                        <p:attrNameLst>
                                          <p:attrName>style.visibility</p:attrName>
                                        </p:attrNameLst>
                                      </p:cBhvr>
                                      <p:to>
                                        <p:strVal val="visible"/>
                                      </p:to>
                                    </p:set>
                                    <p:anim calcmode="discrete" valueType="clr">
                                      <p:cBhvr override="childStyle">
                                        <p:cTn id="26" dur="80"/>
                                        <p:tgtEl>
                                          <p:spTgt spid="5">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7" dur="80"/>
                                        <p:tgtEl>
                                          <p:spTgt spid="5">
                                            <p:txEl>
                                              <p:pRg st="4" end="4"/>
                                            </p:txEl>
                                          </p:spTgt>
                                        </p:tgtEl>
                                        <p:attrNameLst>
                                          <p:attrName>fillcolor</p:attrName>
                                        </p:attrNameLst>
                                      </p:cBhvr>
                                      <p:tavLst>
                                        <p:tav tm="0">
                                          <p:val>
                                            <p:clrVal>
                                              <a:schemeClr val="accent2"/>
                                            </p:clrVal>
                                          </p:val>
                                        </p:tav>
                                        <p:tav tm="50000">
                                          <p:val>
                                            <p:clrVal>
                                              <a:schemeClr val="hlink"/>
                                            </p:clrVal>
                                          </p:val>
                                        </p:tav>
                                      </p:tavLst>
                                    </p:anim>
                                    <p:set>
                                      <p:cBhvr>
                                        <p:cTn id="28" dur="80"/>
                                        <p:tgtEl>
                                          <p:spTgt spid="5">
                                            <p:txEl>
                                              <p:pRg st="4" end="4"/>
                                            </p:txEl>
                                          </p:spTgt>
                                        </p:tgtEl>
                                        <p:attrNameLst>
                                          <p:attrName>fill.type</p:attrName>
                                        </p:attrNameLst>
                                      </p:cBhvr>
                                      <p:to>
                                        <p:strVal val="solid"/>
                                      </p:to>
                                    </p:set>
                                  </p:childTnLst>
                                </p:cTn>
                              </p:par>
                            </p:childTnLst>
                          </p:cTn>
                        </p:par>
                      </p:childTnLst>
                    </p:cTn>
                  </p:par>
                  <p:par>
                    <p:cTn id="29" fill="hold">
                      <p:stCondLst>
                        <p:cond delay="indefinite"/>
                      </p:stCondLst>
                      <p:childTnLst>
                        <p:par>
                          <p:cTn id="30" fill="hold">
                            <p:stCondLst>
                              <p:cond delay="0"/>
                            </p:stCondLst>
                            <p:childTnLst>
                              <p:par>
                                <p:cTn id="31" presetID="27" presetClass="entr" presetSubtype="0" fill="hold" nodeType="clickEffect">
                                  <p:stCondLst>
                                    <p:cond delay="0"/>
                                  </p:stCondLst>
                                  <p:iterate type="lt">
                                    <p:tmPct val="50000"/>
                                  </p:iterate>
                                  <p:childTnLst>
                                    <p:set>
                                      <p:cBhvr>
                                        <p:cTn id="32" dur="1" fill="hold">
                                          <p:stCondLst>
                                            <p:cond delay="0"/>
                                          </p:stCondLst>
                                        </p:cTn>
                                        <p:tgtEl>
                                          <p:spTgt spid="5">
                                            <p:txEl>
                                              <p:pRg st="6" end="6"/>
                                            </p:txEl>
                                          </p:spTgt>
                                        </p:tgtEl>
                                        <p:attrNameLst>
                                          <p:attrName>style.visibility</p:attrName>
                                        </p:attrNameLst>
                                      </p:cBhvr>
                                      <p:to>
                                        <p:strVal val="visible"/>
                                      </p:to>
                                    </p:set>
                                    <p:anim calcmode="discrete" valueType="clr">
                                      <p:cBhvr override="childStyle">
                                        <p:cTn id="33" dur="80"/>
                                        <p:tgtEl>
                                          <p:spTgt spid="5">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4" dur="80"/>
                                        <p:tgtEl>
                                          <p:spTgt spid="5">
                                            <p:txEl>
                                              <p:pRg st="6" end="6"/>
                                            </p:txEl>
                                          </p:spTgt>
                                        </p:tgtEl>
                                        <p:attrNameLst>
                                          <p:attrName>fillcolor</p:attrName>
                                        </p:attrNameLst>
                                      </p:cBhvr>
                                      <p:tavLst>
                                        <p:tav tm="0">
                                          <p:val>
                                            <p:clrVal>
                                              <a:schemeClr val="accent2"/>
                                            </p:clrVal>
                                          </p:val>
                                        </p:tav>
                                        <p:tav tm="50000">
                                          <p:val>
                                            <p:clrVal>
                                              <a:schemeClr val="hlink"/>
                                            </p:clrVal>
                                          </p:val>
                                        </p:tav>
                                      </p:tavLst>
                                    </p:anim>
                                    <p:set>
                                      <p:cBhvr>
                                        <p:cTn id="35" dur="80"/>
                                        <p:tgtEl>
                                          <p:spTgt spid="5">
                                            <p:txEl>
                                              <p:pRg st="6" end="6"/>
                                            </p:txEl>
                                          </p:spTgt>
                                        </p:tgtEl>
                                        <p:attrNameLst>
                                          <p:attrName>fill.type</p:attrName>
                                        </p:attrNameLst>
                                      </p:cBhvr>
                                      <p:to>
                                        <p:strVal val="solid"/>
                                      </p:to>
                                    </p:set>
                                  </p:childTnLst>
                                </p:cTn>
                              </p:par>
                            </p:childTnLst>
                          </p:cTn>
                        </p:par>
                      </p:childTnLst>
                    </p:cTn>
                  </p:par>
                  <p:par>
                    <p:cTn id="36" fill="hold">
                      <p:stCondLst>
                        <p:cond delay="indefinite"/>
                      </p:stCondLst>
                      <p:childTnLst>
                        <p:par>
                          <p:cTn id="37" fill="hold">
                            <p:stCondLst>
                              <p:cond delay="0"/>
                            </p:stCondLst>
                            <p:childTnLst>
                              <p:par>
                                <p:cTn id="38" presetID="27" presetClass="entr" presetSubtype="0" fill="hold" nodeType="clickEffect">
                                  <p:stCondLst>
                                    <p:cond delay="0"/>
                                  </p:stCondLst>
                                  <p:iterate type="lt">
                                    <p:tmPct val="50000"/>
                                  </p:iterate>
                                  <p:childTnLst>
                                    <p:set>
                                      <p:cBhvr>
                                        <p:cTn id="39" dur="1" fill="hold">
                                          <p:stCondLst>
                                            <p:cond delay="0"/>
                                          </p:stCondLst>
                                        </p:cTn>
                                        <p:tgtEl>
                                          <p:spTgt spid="5">
                                            <p:txEl>
                                              <p:pRg st="8" end="8"/>
                                            </p:txEl>
                                          </p:spTgt>
                                        </p:tgtEl>
                                        <p:attrNameLst>
                                          <p:attrName>style.visibility</p:attrName>
                                        </p:attrNameLst>
                                      </p:cBhvr>
                                      <p:to>
                                        <p:strVal val="visible"/>
                                      </p:to>
                                    </p:set>
                                    <p:anim calcmode="discrete" valueType="clr">
                                      <p:cBhvr override="childStyle">
                                        <p:cTn id="40" dur="80"/>
                                        <p:tgtEl>
                                          <p:spTgt spid="5">
                                            <p:txEl>
                                              <p:pRg st="8" end="8"/>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1" dur="80"/>
                                        <p:tgtEl>
                                          <p:spTgt spid="5">
                                            <p:txEl>
                                              <p:pRg st="8" end="8"/>
                                            </p:txEl>
                                          </p:spTgt>
                                        </p:tgtEl>
                                        <p:attrNameLst>
                                          <p:attrName>fillcolor</p:attrName>
                                        </p:attrNameLst>
                                      </p:cBhvr>
                                      <p:tavLst>
                                        <p:tav tm="0">
                                          <p:val>
                                            <p:clrVal>
                                              <a:schemeClr val="accent2"/>
                                            </p:clrVal>
                                          </p:val>
                                        </p:tav>
                                        <p:tav tm="50000">
                                          <p:val>
                                            <p:clrVal>
                                              <a:schemeClr val="hlink"/>
                                            </p:clrVal>
                                          </p:val>
                                        </p:tav>
                                      </p:tavLst>
                                    </p:anim>
                                    <p:set>
                                      <p:cBhvr>
                                        <p:cTn id="42" dur="80"/>
                                        <p:tgtEl>
                                          <p:spTgt spid="5">
                                            <p:txEl>
                                              <p:pRg st="8" end="8"/>
                                            </p:txEl>
                                          </p:spTgt>
                                        </p:tgtEl>
                                        <p:attrNameLst>
                                          <p:attrName>fill.type</p:attrName>
                                        </p:attrNameLst>
                                      </p:cBhvr>
                                      <p:to>
                                        <p:strVal val="solid"/>
                                      </p:to>
                                    </p:set>
                                  </p:childTnLst>
                                </p:cTn>
                              </p:par>
                            </p:childTnLst>
                          </p:cTn>
                        </p:par>
                      </p:childTnLst>
                    </p:cTn>
                  </p:par>
                  <p:par>
                    <p:cTn id="43" fill="hold">
                      <p:stCondLst>
                        <p:cond delay="indefinite"/>
                      </p:stCondLst>
                      <p:childTnLst>
                        <p:par>
                          <p:cTn id="44" fill="hold">
                            <p:stCondLst>
                              <p:cond delay="0"/>
                            </p:stCondLst>
                            <p:childTnLst>
                              <p:par>
                                <p:cTn id="45" presetID="27" presetClass="entr" presetSubtype="0" fill="hold" nodeType="clickEffect">
                                  <p:stCondLst>
                                    <p:cond delay="0"/>
                                  </p:stCondLst>
                                  <p:iterate type="lt">
                                    <p:tmPct val="50000"/>
                                  </p:iterate>
                                  <p:childTnLst>
                                    <p:set>
                                      <p:cBhvr>
                                        <p:cTn id="46" dur="1" fill="hold">
                                          <p:stCondLst>
                                            <p:cond delay="0"/>
                                          </p:stCondLst>
                                        </p:cTn>
                                        <p:tgtEl>
                                          <p:spTgt spid="5">
                                            <p:txEl>
                                              <p:pRg st="10" end="10"/>
                                            </p:txEl>
                                          </p:spTgt>
                                        </p:tgtEl>
                                        <p:attrNameLst>
                                          <p:attrName>style.visibility</p:attrName>
                                        </p:attrNameLst>
                                      </p:cBhvr>
                                      <p:to>
                                        <p:strVal val="visible"/>
                                      </p:to>
                                    </p:set>
                                    <p:anim calcmode="discrete" valueType="clr">
                                      <p:cBhvr override="childStyle">
                                        <p:cTn id="47" dur="80"/>
                                        <p:tgtEl>
                                          <p:spTgt spid="5">
                                            <p:txEl>
                                              <p:pRg st="10" end="1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8" dur="80"/>
                                        <p:tgtEl>
                                          <p:spTgt spid="5">
                                            <p:txEl>
                                              <p:pRg st="10" end="10"/>
                                            </p:txEl>
                                          </p:spTgt>
                                        </p:tgtEl>
                                        <p:attrNameLst>
                                          <p:attrName>fillcolor</p:attrName>
                                        </p:attrNameLst>
                                      </p:cBhvr>
                                      <p:tavLst>
                                        <p:tav tm="0">
                                          <p:val>
                                            <p:clrVal>
                                              <a:schemeClr val="accent2"/>
                                            </p:clrVal>
                                          </p:val>
                                        </p:tav>
                                        <p:tav tm="50000">
                                          <p:val>
                                            <p:clrVal>
                                              <a:schemeClr val="hlink"/>
                                            </p:clrVal>
                                          </p:val>
                                        </p:tav>
                                      </p:tavLst>
                                    </p:anim>
                                    <p:set>
                                      <p:cBhvr>
                                        <p:cTn id="49" dur="80"/>
                                        <p:tgtEl>
                                          <p:spTgt spid="5">
                                            <p:txEl>
                                              <p:pRg st="10" end="10"/>
                                            </p:txEl>
                                          </p:spTgt>
                                        </p:tgtEl>
                                        <p:attrNameLst>
                                          <p:attrName>fill.type</p:attrName>
                                        </p:attrNameLst>
                                      </p:cBhvr>
                                      <p:to>
                                        <p:strVal val="solid"/>
                                      </p:to>
                                    </p:set>
                                  </p:childTnLst>
                                </p:cTn>
                              </p:par>
                            </p:childTnLst>
                          </p:cTn>
                        </p:par>
                      </p:childTnLst>
                    </p:cTn>
                  </p:par>
                  <p:par>
                    <p:cTn id="50" fill="hold">
                      <p:stCondLst>
                        <p:cond delay="indefinite"/>
                      </p:stCondLst>
                      <p:childTnLst>
                        <p:par>
                          <p:cTn id="51" fill="hold">
                            <p:stCondLst>
                              <p:cond delay="0"/>
                            </p:stCondLst>
                            <p:childTnLst>
                              <p:par>
                                <p:cTn id="52" presetID="27" presetClass="entr" presetSubtype="0" fill="hold" nodeType="clickEffect">
                                  <p:stCondLst>
                                    <p:cond delay="0"/>
                                  </p:stCondLst>
                                  <p:iterate type="lt">
                                    <p:tmPct val="50000"/>
                                  </p:iterate>
                                  <p:childTnLst>
                                    <p:set>
                                      <p:cBhvr>
                                        <p:cTn id="53" dur="1" fill="hold">
                                          <p:stCondLst>
                                            <p:cond delay="0"/>
                                          </p:stCondLst>
                                        </p:cTn>
                                        <p:tgtEl>
                                          <p:spTgt spid="5">
                                            <p:txEl>
                                              <p:pRg st="12" end="12"/>
                                            </p:txEl>
                                          </p:spTgt>
                                        </p:tgtEl>
                                        <p:attrNameLst>
                                          <p:attrName>style.visibility</p:attrName>
                                        </p:attrNameLst>
                                      </p:cBhvr>
                                      <p:to>
                                        <p:strVal val="visible"/>
                                      </p:to>
                                    </p:set>
                                    <p:anim calcmode="discrete" valueType="clr">
                                      <p:cBhvr override="childStyle">
                                        <p:cTn id="54" dur="80"/>
                                        <p:tgtEl>
                                          <p:spTgt spid="5">
                                            <p:txEl>
                                              <p:pRg st="12" end="1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5" dur="80"/>
                                        <p:tgtEl>
                                          <p:spTgt spid="5">
                                            <p:txEl>
                                              <p:pRg st="12" end="12"/>
                                            </p:txEl>
                                          </p:spTgt>
                                        </p:tgtEl>
                                        <p:attrNameLst>
                                          <p:attrName>fillcolor</p:attrName>
                                        </p:attrNameLst>
                                      </p:cBhvr>
                                      <p:tavLst>
                                        <p:tav tm="0">
                                          <p:val>
                                            <p:clrVal>
                                              <a:schemeClr val="accent2"/>
                                            </p:clrVal>
                                          </p:val>
                                        </p:tav>
                                        <p:tav tm="50000">
                                          <p:val>
                                            <p:clrVal>
                                              <a:schemeClr val="hlink"/>
                                            </p:clrVal>
                                          </p:val>
                                        </p:tav>
                                      </p:tavLst>
                                    </p:anim>
                                    <p:set>
                                      <p:cBhvr>
                                        <p:cTn id="56" dur="80"/>
                                        <p:tgtEl>
                                          <p:spTgt spid="5">
                                            <p:txEl>
                                              <p:pRg st="12" end="12"/>
                                            </p:txEl>
                                          </p:spTgt>
                                        </p:tgtEl>
                                        <p:attrNameLst>
                                          <p:attrName>fill.type</p:attrName>
                                        </p:attrNameLst>
                                      </p:cBhvr>
                                      <p:to>
                                        <p:strVal val="solid"/>
                                      </p:to>
                                    </p:set>
                                  </p:childTnLst>
                                </p:cTn>
                              </p:par>
                              <p:par>
                                <p:cTn id="57" presetID="27" presetClass="entr" presetSubtype="0" fill="hold" nodeType="withEffect">
                                  <p:stCondLst>
                                    <p:cond delay="0"/>
                                  </p:stCondLst>
                                  <p:iterate type="lt">
                                    <p:tmPct val="50000"/>
                                  </p:iterate>
                                  <p:childTnLst>
                                    <p:set>
                                      <p:cBhvr>
                                        <p:cTn id="58" dur="1" fill="hold">
                                          <p:stCondLst>
                                            <p:cond delay="0"/>
                                          </p:stCondLst>
                                        </p:cTn>
                                        <p:tgtEl>
                                          <p:spTgt spid="5">
                                            <p:txEl>
                                              <p:pRg st="13" end="13"/>
                                            </p:txEl>
                                          </p:spTgt>
                                        </p:tgtEl>
                                        <p:attrNameLst>
                                          <p:attrName>style.visibility</p:attrName>
                                        </p:attrNameLst>
                                      </p:cBhvr>
                                      <p:to>
                                        <p:strVal val="visible"/>
                                      </p:to>
                                    </p:set>
                                    <p:anim calcmode="discrete" valueType="clr">
                                      <p:cBhvr override="childStyle">
                                        <p:cTn id="59" dur="80"/>
                                        <p:tgtEl>
                                          <p:spTgt spid="5">
                                            <p:txEl>
                                              <p:pRg st="13" end="1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60" dur="80"/>
                                        <p:tgtEl>
                                          <p:spTgt spid="5">
                                            <p:txEl>
                                              <p:pRg st="13" end="13"/>
                                            </p:txEl>
                                          </p:spTgt>
                                        </p:tgtEl>
                                        <p:attrNameLst>
                                          <p:attrName>fillcolor</p:attrName>
                                        </p:attrNameLst>
                                      </p:cBhvr>
                                      <p:tavLst>
                                        <p:tav tm="0">
                                          <p:val>
                                            <p:clrVal>
                                              <a:schemeClr val="accent2"/>
                                            </p:clrVal>
                                          </p:val>
                                        </p:tav>
                                        <p:tav tm="50000">
                                          <p:val>
                                            <p:clrVal>
                                              <a:schemeClr val="hlink"/>
                                            </p:clrVal>
                                          </p:val>
                                        </p:tav>
                                      </p:tavLst>
                                    </p:anim>
                                    <p:set>
                                      <p:cBhvr>
                                        <p:cTn id="61" dur="80"/>
                                        <p:tgtEl>
                                          <p:spTgt spid="5">
                                            <p:txEl>
                                              <p:pRg st="13" end="13"/>
                                            </p:txEl>
                                          </p:spTgt>
                                        </p:tgtEl>
                                        <p:attrNameLst>
                                          <p:attrName>fill.type</p:attrName>
                                        </p:attrNameLst>
                                      </p:cBhvr>
                                      <p:to>
                                        <p:strVal val="solid"/>
                                      </p:to>
                                    </p:set>
                                  </p:childTnLst>
                                </p:cTn>
                              </p:par>
                            </p:childTnLst>
                          </p:cTn>
                        </p:par>
                      </p:childTnLst>
                    </p:cTn>
                  </p:par>
                  <p:par>
                    <p:cTn id="62" fill="hold">
                      <p:stCondLst>
                        <p:cond delay="indefinite"/>
                      </p:stCondLst>
                      <p:childTnLst>
                        <p:par>
                          <p:cTn id="63" fill="hold">
                            <p:stCondLst>
                              <p:cond delay="0"/>
                            </p:stCondLst>
                            <p:childTnLst>
                              <p:par>
                                <p:cTn id="64" presetID="27" presetClass="entr" presetSubtype="0" fill="hold" nodeType="clickEffect">
                                  <p:stCondLst>
                                    <p:cond delay="0"/>
                                  </p:stCondLst>
                                  <p:iterate type="lt">
                                    <p:tmPct val="50000"/>
                                  </p:iterate>
                                  <p:childTnLst>
                                    <p:set>
                                      <p:cBhvr>
                                        <p:cTn id="65" dur="1" fill="hold">
                                          <p:stCondLst>
                                            <p:cond delay="0"/>
                                          </p:stCondLst>
                                        </p:cTn>
                                        <p:tgtEl>
                                          <p:spTgt spid="5">
                                            <p:txEl>
                                              <p:pRg st="15" end="15"/>
                                            </p:txEl>
                                          </p:spTgt>
                                        </p:tgtEl>
                                        <p:attrNameLst>
                                          <p:attrName>style.visibility</p:attrName>
                                        </p:attrNameLst>
                                      </p:cBhvr>
                                      <p:to>
                                        <p:strVal val="visible"/>
                                      </p:to>
                                    </p:set>
                                    <p:anim calcmode="discrete" valueType="clr">
                                      <p:cBhvr override="childStyle">
                                        <p:cTn id="66" dur="80"/>
                                        <p:tgtEl>
                                          <p:spTgt spid="5">
                                            <p:txEl>
                                              <p:pRg st="15" end="1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67" dur="80"/>
                                        <p:tgtEl>
                                          <p:spTgt spid="5">
                                            <p:txEl>
                                              <p:pRg st="15" end="15"/>
                                            </p:txEl>
                                          </p:spTgt>
                                        </p:tgtEl>
                                        <p:attrNameLst>
                                          <p:attrName>fillcolor</p:attrName>
                                        </p:attrNameLst>
                                      </p:cBhvr>
                                      <p:tavLst>
                                        <p:tav tm="0">
                                          <p:val>
                                            <p:clrVal>
                                              <a:schemeClr val="accent2"/>
                                            </p:clrVal>
                                          </p:val>
                                        </p:tav>
                                        <p:tav tm="50000">
                                          <p:val>
                                            <p:clrVal>
                                              <a:schemeClr val="hlink"/>
                                            </p:clrVal>
                                          </p:val>
                                        </p:tav>
                                      </p:tavLst>
                                    </p:anim>
                                    <p:set>
                                      <p:cBhvr>
                                        <p:cTn id="68" dur="80"/>
                                        <p:tgtEl>
                                          <p:spTgt spid="5">
                                            <p:txEl>
                                              <p:pRg st="15" end="15"/>
                                            </p:txEl>
                                          </p:spTgt>
                                        </p:tgtEl>
                                        <p:attrNameLst>
                                          <p:attrName>fill.type</p:attrName>
                                        </p:attrNameLst>
                                      </p:cBhvr>
                                      <p:to>
                                        <p:strVal val="solid"/>
                                      </p:to>
                                    </p:set>
                                  </p:childTnLst>
                                </p:cTn>
                              </p:par>
                            </p:childTnLst>
                          </p:cTn>
                        </p:par>
                      </p:childTnLst>
                    </p:cTn>
                  </p:par>
                  <p:par>
                    <p:cTn id="69" fill="hold">
                      <p:stCondLst>
                        <p:cond delay="indefinite"/>
                      </p:stCondLst>
                      <p:childTnLst>
                        <p:par>
                          <p:cTn id="70" fill="hold">
                            <p:stCondLst>
                              <p:cond delay="0"/>
                            </p:stCondLst>
                            <p:childTnLst>
                              <p:par>
                                <p:cTn id="71" presetID="27" presetClass="entr" presetSubtype="0" fill="hold" nodeType="clickEffect">
                                  <p:stCondLst>
                                    <p:cond delay="0"/>
                                  </p:stCondLst>
                                  <p:iterate type="lt">
                                    <p:tmPct val="50000"/>
                                  </p:iterate>
                                  <p:childTnLst>
                                    <p:set>
                                      <p:cBhvr>
                                        <p:cTn id="72" dur="1" fill="hold">
                                          <p:stCondLst>
                                            <p:cond delay="0"/>
                                          </p:stCondLst>
                                        </p:cTn>
                                        <p:tgtEl>
                                          <p:spTgt spid="5">
                                            <p:txEl>
                                              <p:pRg st="17" end="17"/>
                                            </p:txEl>
                                          </p:spTgt>
                                        </p:tgtEl>
                                        <p:attrNameLst>
                                          <p:attrName>style.visibility</p:attrName>
                                        </p:attrNameLst>
                                      </p:cBhvr>
                                      <p:to>
                                        <p:strVal val="visible"/>
                                      </p:to>
                                    </p:set>
                                    <p:anim calcmode="discrete" valueType="clr">
                                      <p:cBhvr override="childStyle">
                                        <p:cTn id="73" dur="80"/>
                                        <p:tgtEl>
                                          <p:spTgt spid="5">
                                            <p:txEl>
                                              <p:pRg st="17" end="17"/>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74" dur="80"/>
                                        <p:tgtEl>
                                          <p:spTgt spid="5">
                                            <p:txEl>
                                              <p:pRg st="17" end="17"/>
                                            </p:txEl>
                                          </p:spTgt>
                                        </p:tgtEl>
                                        <p:attrNameLst>
                                          <p:attrName>fillcolor</p:attrName>
                                        </p:attrNameLst>
                                      </p:cBhvr>
                                      <p:tavLst>
                                        <p:tav tm="0">
                                          <p:val>
                                            <p:clrVal>
                                              <a:schemeClr val="accent2"/>
                                            </p:clrVal>
                                          </p:val>
                                        </p:tav>
                                        <p:tav tm="50000">
                                          <p:val>
                                            <p:clrVal>
                                              <a:schemeClr val="hlink"/>
                                            </p:clrVal>
                                          </p:val>
                                        </p:tav>
                                      </p:tavLst>
                                    </p:anim>
                                    <p:set>
                                      <p:cBhvr>
                                        <p:cTn id="75" dur="80"/>
                                        <p:tgtEl>
                                          <p:spTgt spid="5">
                                            <p:txEl>
                                              <p:pRg st="17" end="17"/>
                                            </p:txEl>
                                          </p:spTgt>
                                        </p:tgtEl>
                                        <p:attrNameLst>
                                          <p:attrName>fill.type</p:attrName>
                                        </p:attrNameLst>
                                      </p:cBhvr>
                                      <p:to>
                                        <p:strVal val="solid"/>
                                      </p:to>
                                    </p:set>
                                  </p:childTnLst>
                                </p:cTn>
                              </p:par>
                            </p:childTnLst>
                          </p:cTn>
                        </p:par>
                      </p:childTnLst>
                    </p:cTn>
                  </p:par>
                  <p:par>
                    <p:cTn id="76" fill="hold">
                      <p:stCondLst>
                        <p:cond delay="indefinite"/>
                      </p:stCondLst>
                      <p:childTnLst>
                        <p:par>
                          <p:cTn id="77" fill="hold">
                            <p:stCondLst>
                              <p:cond delay="0"/>
                            </p:stCondLst>
                            <p:childTnLst>
                              <p:par>
                                <p:cTn id="78" presetID="27" presetClass="entr" presetSubtype="0" fill="hold" nodeType="clickEffect">
                                  <p:stCondLst>
                                    <p:cond delay="0"/>
                                  </p:stCondLst>
                                  <p:iterate type="lt">
                                    <p:tmPct val="50000"/>
                                  </p:iterate>
                                  <p:childTnLst>
                                    <p:set>
                                      <p:cBhvr>
                                        <p:cTn id="79" dur="1" fill="hold">
                                          <p:stCondLst>
                                            <p:cond delay="0"/>
                                          </p:stCondLst>
                                        </p:cTn>
                                        <p:tgtEl>
                                          <p:spTgt spid="5">
                                            <p:txEl>
                                              <p:pRg st="19" end="19"/>
                                            </p:txEl>
                                          </p:spTgt>
                                        </p:tgtEl>
                                        <p:attrNameLst>
                                          <p:attrName>style.visibility</p:attrName>
                                        </p:attrNameLst>
                                      </p:cBhvr>
                                      <p:to>
                                        <p:strVal val="visible"/>
                                      </p:to>
                                    </p:set>
                                    <p:anim calcmode="discrete" valueType="clr">
                                      <p:cBhvr override="childStyle">
                                        <p:cTn id="80" dur="80"/>
                                        <p:tgtEl>
                                          <p:spTgt spid="5">
                                            <p:txEl>
                                              <p:pRg st="19" end="19"/>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1" dur="80"/>
                                        <p:tgtEl>
                                          <p:spTgt spid="5">
                                            <p:txEl>
                                              <p:pRg st="19" end="19"/>
                                            </p:txEl>
                                          </p:spTgt>
                                        </p:tgtEl>
                                        <p:attrNameLst>
                                          <p:attrName>fillcolor</p:attrName>
                                        </p:attrNameLst>
                                      </p:cBhvr>
                                      <p:tavLst>
                                        <p:tav tm="0">
                                          <p:val>
                                            <p:clrVal>
                                              <a:schemeClr val="accent2"/>
                                            </p:clrVal>
                                          </p:val>
                                        </p:tav>
                                        <p:tav tm="50000">
                                          <p:val>
                                            <p:clrVal>
                                              <a:schemeClr val="hlink"/>
                                            </p:clrVal>
                                          </p:val>
                                        </p:tav>
                                      </p:tavLst>
                                    </p:anim>
                                    <p:set>
                                      <p:cBhvr>
                                        <p:cTn id="82" dur="80"/>
                                        <p:tgtEl>
                                          <p:spTgt spid="5">
                                            <p:txEl>
                                              <p:pRg st="19" end="19"/>
                                            </p:txEl>
                                          </p:spTgt>
                                        </p:tgtEl>
                                        <p:attrNameLst>
                                          <p:attrName>fill.type</p:attrName>
                                        </p:attrNameLst>
                                      </p:cBhvr>
                                      <p:to>
                                        <p:strVal val="solid"/>
                                      </p:to>
                                    </p:set>
                                  </p:childTnLst>
                                </p:cTn>
                              </p:par>
                              <p:par>
                                <p:cTn id="83" presetID="27" presetClass="entr" presetSubtype="0" fill="hold" nodeType="withEffect">
                                  <p:stCondLst>
                                    <p:cond delay="0"/>
                                  </p:stCondLst>
                                  <p:iterate type="lt">
                                    <p:tmPct val="50000"/>
                                  </p:iterate>
                                  <p:childTnLst>
                                    <p:set>
                                      <p:cBhvr>
                                        <p:cTn id="84" dur="1" fill="hold">
                                          <p:stCondLst>
                                            <p:cond delay="0"/>
                                          </p:stCondLst>
                                        </p:cTn>
                                        <p:tgtEl>
                                          <p:spTgt spid="5">
                                            <p:txEl>
                                              <p:pRg st="20" end="20"/>
                                            </p:txEl>
                                          </p:spTgt>
                                        </p:tgtEl>
                                        <p:attrNameLst>
                                          <p:attrName>style.visibility</p:attrName>
                                        </p:attrNameLst>
                                      </p:cBhvr>
                                      <p:to>
                                        <p:strVal val="visible"/>
                                      </p:to>
                                    </p:set>
                                    <p:anim calcmode="discrete" valueType="clr">
                                      <p:cBhvr override="childStyle">
                                        <p:cTn id="85" dur="80"/>
                                        <p:tgtEl>
                                          <p:spTgt spid="5">
                                            <p:txEl>
                                              <p:pRg st="20" end="2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6" dur="80"/>
                                        <p:tgtEl>
                                          <p:spTgt spid="5">
                                            <p:txEl>
                                              <p:pRg st="20" end="20"/>
                                            </p:txEl>
                                          </p:spTgt>
                                        </p:tgtEl>
                                        <p:attrNameLst>
                                          <p:attrName>fillcolor</p:attrName>
                                        </p:attrNameLst>
                                      </p:cBhvr>
                                      <p:tavLst>
                                        <p:tav tm="0">
                                          <p:val>
                                            <p:clrVal>
                                              <a:schemeClr val="accent2"/>
                                            </p:clrVal>
                                          </p:val>
                                        </p:tav>
                                        <p:tav tm="50000">
                                          <p:val>
                                            <p:clrVal>
                                              <a:schemeClr val="hlink"/>
                                            </p:clrVal>
                                          </p:val>
                                        </p:tav>
                                      </p:tavLst>
                                    </p:anim>
                                    <p:set>
                                      <p:cBhvr>
                                        <p:cTn id="87" dur="80"/>
                                        <p:tgtEl>
                                          <p:spTgt spid="5">
                                            <p:txEl>
                                              <p:pRg st="20" end="2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548680"/>
            <a:ext cx="9045661" cy="1785104"/>
          </a:xfrm>
          <a:prstGeom prst="rect">
            <a:avLst/>
          </a:prstGeom>
          <a:noFill/>
        </p:spPr>
        <p:txBody>
          <a:bodyPr wrap="square" rtlCol="0">
            <a:spAutoFit/>
          </a:bodyPr>
          <a:lstStyle/>
          <a:p>
            <a:r>
              <a:rPr lang="en-US" b="1" dirty="0">
                <a:solidFill>
                  <a:srgbClr val="FF0000"/>
                </a:solidFill>
                <a:latin typeface="Arial Narrow" pitchFamily="34" charset="0"/>
              </a:rPr>
              <a:t>🖥</a:t>
            </a:r>
            <a:r>
              <a:rPr lang="en-US" b="1" i="1" dirty="0">
                <a:latin typeface="Arial Narrow" pitchFamily="34" charset="0"/>
              </a:rPr>
              <a:t>     </a:t>
            </a:r>
            <a:r>
              <a:rPr lang="en-US" sz="2000" i="1" u="sng" dirty="0">
                <a:latin typeface="Algerian" pitchFamily="82" charset="0"/>
              </a:rPr>
              <a:t>System</a:t>
            </a:r>
            <a:r>
              <a:rPr lang="en-US" sz="2000" i="1" dirty="0">
                <a:latin typeface="Algerian" pitchFamily="82" charset="0"/>
              </a:rPr>
              <a:t>  </a:t>
            </a:r>
            <a:r>
              <a:rPr lang="en-US" sz="2000" i="1" u="sng" dirty="0">
                <a:latin typeface="Algerian" pitchFamily="82" charset="0"/>
              </a:rPr>
              <a:t>Title</a:t>
            </a:r>
            <a:r>
              <a:rPr lang="en-US" sz="2000" i="1" dirty="0">
                <a:latin typeface="Algerian" pitchFamily="82" charset="0"/>
              </a:rPr>
              <a:t>  </a:t>
            </a:r>
            <a:r>
              <a:rPr lang="en-US" sz="2000" i="1" u="sng" dirty="0">
                <a:latin typeface="Algerian" pitchFamily="82" charset="0"/>
              </a:rPr>
              <a:t>Display</a:t>
            </a:r>
            <a:r>
              <a:rPr lang="en-US" sz="2000" i="1" dirty="0">
                <a:latin typeface="Algerian" pitchFamily="82" charset="0"/>
              </a:rPr>
              <a:t>  </a:t>
            </a:r>
            <a:r>
              <a:rPr lang="en-US" b="1" i="1" dirty="0">
                <a:latin typeface="Arial Narrow" pitchFamily="34" charset="0"/>
              </a:rPr>
              <a:t>: shows the program heading  </a:t>
            </a:r>
          </a:p>
          <a:p>
            <a:r>
              <a:rPr lang="en-US" b="1" i="1" dirty="0">
                <a:latin typeface="Arial Narrow" pitchFamily="34" charset="0"/>
              </a:rPr>
              <a:t>           </a:t>
            </a:r>
          </a:p>
          <a:p>
            <a:r>
              <a:rPr lang="en-US" b="1" dirty="0">
                <a:solidFill>
                  <a:srgbClr val="FF0000"/>
                </a:solidFill>
                <a:latin typeface="Arial Narrow" pitchFamily="34" charset="0"/>
              </a:rPr>
              <a:t> 🖨      </a:t>
            </a:r>
            <a:r>
              <a:rPr lang="en-US" b="1" i="1" dirty="0">
                <a:latin typeface="Arial Narrow" pitchFamily="34" charset="0"/>
              </a:rPr>
              <a:t>print() statements</a:t>
            </a:r>
            <a:r>
              <a:rPr lang="en-US" dirty="0"/>
              <a:t> </a:t>
            </a:r>
            <a:r>
              <a:rPr lang="en-US" b="1" i="1" dirty="0">
                <a:latin typeface="Arial Narrow" pitchFamily="34" charset="0"/>
              </a:rPr>
              <a:t>show the program heading.</a:t>
            </a:r>
          </a:p>
          <a:p>
            <a:r>
              <a:rPr lang="en-US" b="1" dirty="0">
                <a:solidFill>
                  <a:srgbClr val="FF0000"/>
                </a:solidFill>
                <a:latin typeface="Arial Narrow" pitchFamily="34" charset="0"/>
              </a:rPr>
              <a:t>📢</a:t>
            </a:r>
            <a:r>
              <a:rPr lang="en-US" b="1" i="1" dirty="0">
                <a:solidFill>
                  <a:srgbClr val="FF0000"/>
                </a:solidFill>
                <a:latin typeface="Arial Narrow" pitchFamily="34" charset="0"/>
              </a:rPr>
              <a:t>      </a:t>
            </a:r>
            <a:r>
              <a:rPr lang="en-US" b="1" i="1" dirty="0">
                <a:latin typeface="Arial Narrow" pitchFamily="34" charset="0"/>
              </a:rPr>
              <a:t>These messages help clearly identify that the malware detection system is running while </a:t>
            </a:r>
          </a:p>
          <a:p>
            <a:r>
              <a:rPr lang="en-US" b="1" i="1" dirty="0">
                <a:latin typeface="Arial Narrow" pitchFamily="34" charset="0"/>
              </a:rPr>
              <a:t>          the program executes.</a:t>
            </a:r>
          </a:p>
          <a:p>
            <a:endParaRPr lang="en-US" b="1" i="1" dirty="0">
              <a:latin typeface="Arial Narrow" pitchFamily="34" charset="0"/>
            </a:endParaRPr>
          </a:p>
        </p:txBody>
      </p:sp>
      <p:pic>
        <p:nvPicPr>
          <p:cNvPr id="6" name="Picture 5" descr="download.png"/>
          <p:cNvPicPr>
            <a:picLocks noChangeAspect="1"/>
          </p:cNvPicPr>
          <p:nvPr/>
        </p:nvPicPr>
        <p:blipFill>
          <a:blip r:embed="rId2" cstate="print"/>
          <a:srcRect t="22369" b="27895"/>
          <a:stretch>
            <a:fillRect/>
          </a:stretch>
        </p:blipFill>
        <p:spPr>
          <a:xfrm>
            <a:off x="0" y="1988840"/>
            <a:ext cx="9144000" cy="648072"/>
          </a:xfrm>
          <a:prstGeom prst="rect">
            <a:avLst/>
          </a:prstGeom>
        </p:spPr>
      </p:pic>
      <p:sp>
        <p:nvSpPr>
          <p:cNvPr id="7" name="TextBox 6"/>
          <p:cNvSpPr txBox="1"/>
          <p:nvPr/>
        </p:nvSpPr>
        <p:spPr>
          <a:xfrm>
            <a:off x="179512" y="3212976"/>
            <a:ext cx="8228535" cy="3323987"/>
          </a:xfrm>
          <a:prstGeom prst="rect">
            <a:avLst/>
          </a:prstGeom>
          <a:noFill/>
        </p:spPr>
        <p:txBody>
          <a:bodyPr wrap="none" rtlCol="0">
            <a:spAutoFit/>
          </a:bodyPr>
          <a:lstStyle/>
          <a:p>
            <a:r>
              <a:rPr lang="en-US" b="1" i="1" dirty="0">
                <a:solidFill>
                  <a:srgbClr val="FF0000"/>
                </a:solidFill>
                <a:latin typeface="Arial Narrow" pitchFamily="34" charset="0"/>
              </a:rPr>
              <a:t>▶</a:t>
            </a:r>
            <a:r>
              <a:rPr lang="en-US" sz="2800" b="1" i="1" dirty="0">
                <a:latin typeface="Algerian" pitchFamily="82" charset="0"/>
              </a:rPr>
              <a:t>   </a:t>
            </a:r>
            <a:r>
              <a:rPr lang="en-US" sz="2000" b="1" i="1" u="sng" dirty="0">
                <a:latin typeface="Algerian" pitchFamily="82" charset="0"/>
              </a:rPr>
              <a:t>Running</a:t>
            </a:r>
          </a:p>
          <a:p>
            <a:endParaRPr lang="en-US" sz="2000" b="1" i="1" u="sng" dirty="0">
              <a:latin typeface="Algerian" pitchFamily="82" charset="0"/>
            </a:endParaRPr>
          </a:p>
          <a:p>
            <a:r>
              <a:rPr lang="en-US" b="1" i="1" dirty="0">
                <a:solidFill>
                  <a:srgbClr val="FF0000"/>
                </a:solidFill>
                <a:latin typeface="Arial Narrow" pitchFamily="34" charset="0"/>
              </a:rPr>
              <a:t>🔐    </a:t>
            </a:r>
            <a:r>
              <a:rPr lang="en-US" b="1" i="1" dirty="0">
                <a:latin typeface="Arial Narrow" pitchFamily="34" charset="0"/>
              </a:rPr>
              <a:t> File Hash Generation Function</a:t>
            </a:r>
          </a:p>
          <a:p>
            <a:r>
              <a:rPr lang="en-US" b="1" i="1" dirty="0">
                <a:solidFill>
                  <a:srgbClr val="FF0000"/>
                </a:solidFill>
                <a:latin typeface="Arial Narrow" pitchFamily="34" charset="0"/>
              </a:rPr>
              <a:t>🧠     </a:t>
            </a:r>
            <a:r>
              <a:rPr lang="en-US" b="1" i="1" dirty="0">
                <a:solidFill>
                  <a:srgbClr val="7030A0"/>
                </a:solidFill>
                <a:latin typeface="Arial Narrow" pitchFamily="34" charset="0"/>
              </a:rPr>
              <a:t>def </a:t>
            </a:r>
            <a:r>
              <a:rPr lang="en-US" b="1" i="1" dirty="0" err="1">
                <a:solidFill>
                  <a:srgbClr val="7030A0"/>
                </a:solidFill>
                <a:latin typeface="Arial Narrow" pitchFamily="34" charset="0"/>
              </a:rPr>
              <a:t>get_file_hash</a:t>
            </a:r>
            <a:r>
              <a:rPr lang="en-US" b="1" i="1" dirty="0">
                <a:solidFill>
                  <a:srgbClr val="7030A0"/>
                </a:solidFill>
                <a:latin typeface="Arial Narrow" pitchFamily="34" charset="0"/>
              </a:rPr>
              <a:t>(</a:t>
            </a:r>
            <a:r>
              <a:rPr lang="en-US" b="1" i="1" dirty="0" err="1">
                <a:solidFill>
                  <a:srgbClr val="7030A0"/>
                </a:solidFill>
                <a:latin typeface="Arial Narrow" pitchFamily="34" charset="0"/>
              </a:rPr>
              <a:t>file_path</a:t>
            </a:r>
            <a:r>
              <a:rPr lang="en-US" b="1" i="1" dirty="0">
                <a:solidFill>
                  <a:srgbClr val="7030A0"/>
                </a:solidFill>
                <a:latin typeface="Arial Narrow" pitchFamily="34" charset="0"/>
              </a:rPr>
              <a:t>): </a:t>
            </a:r>
            <a:r>
              <a:rPr lang="en-US" b="1" i="1" dirty="0">
                <a:latin typeface="Arial Narrow" pitchFamily="34" charset="0"/>
              </a:rPr>
              <a:t>defines a function to generate a unique file fingerprint</a:t>
            </a:r>
          </a:p>
          <a:p>
            <a:r>
              <a:rPr lang="en-US" b="1" i="1" dirty="0">
                <a:solidFill>
                  <a:srgbClr val="FF0000"/>
                </a:solidFill>
                <a:latin typeface="Arial Narrow" pitchFamily="34" charset="0"/>
              </a:rPr>
              <a:t>🔑</a:t>
            </a:r>
            <a:r>
              <a:rPr lang="en-US" b="1" i="1" dirty="0">
                <a:latin typeface="Arial Narrow" pitchFamily="34" charset="0"/>
              </a:rPr>
              <a:t>     Uses </a:t>
            </a:r>
            <a:r>
              <a:rPr lang="en-US" b="1" i="1" dirty="0">
                <a:solidFill>
                  <a:srgbClr val="7030A0"/>
                </a:solidFill>
                <a:latin typeface="Arial Narrow" pitchFamily="34" charset="0"/>
              </a:rPr>
              <a:t>hashlib.sha256() </a:t>
            </a:r>
            <a:r>
              <a:rPr lang="en-US" b="1" i="1" dirty="0">
                <a:latin typeface="Arial Narrow" pitchFamily="34" charset="0"/>
              </a:rPr>
              <a:t>to create a secure SHA-256 hash</a:t>
            </a:r>
          </a:p>
          <a:p>
            <a:r>
              <a:rPr lang="en-US" b="1" i="1" dirty="0">
                <a:solidFill>
                  <a:srgbClr val="FF0000"/>
                </a:solidFill>
                <a:latin typeface="Arial Narrow" pitchFamily="34" charset="0"/>
              </a:rPr>
              <a:t>📂    </a:t>
            </a:r>
            <a:r>
              <a:rPr lang="en-US" b="1" i="1" dirty="0">
                <a:latin typeface="Arial Narrow" pitchFamily="34" charset="0"/>
              </a:rPr>
              <a:t> Reads the file in binary mode </a:t>
            </a:r>
            <a:r>
              <a:rPr lang="en-US" b="1" i="1" dirty="0">
                <a:solidFill>
                  <a:srgbClr val="7030A0"/>
                </a:solidFill>
                <a:latin typeface="Arial Narrow" pitchFamily="34" charset="0"/>
              </a:rPr>
              <a:t>('</a:t>
            </a:r>
            <a:r>
              <a:rPr lang="en-US" b="1" i="1" dirty="0" err="1">
                <a:solidFill>
                  <a:srgbClr val="7030A0"/>
                </a:solidFill>
                <a:latin typeface="Arial Narrow" pitchFamily="34" charset="0"/>
              </a:rPr>
              <a:t>rb</a:t>
            </a:r>
            <a:r>
              <a:rPr lang="en-US" b="1" i="1" dirty="0">
                <a:solidFill>
                  <a:srgbClr val="7030A0"/>
                </a:solidFill>
                <a:latin typeface="Arial Narrow" pitchFamily="34" charset="0"/>
              </a:rPr>
              <a:t>')</a:t>
            </a:r>
          </a:p>
          <a:p>
            <a:r>
              <a:rPr lang="en-US" b="1" i="1" dirty="0">
                <a:solidFill>
                  <a:srgbClr val="FF0000"/>
                </a:solidFill>
                <a:latin typeface="Arial Narrow" pitchFamily="34" charset="0"/>
              </a:rPr>
              <a:t>🔄     </a:t>
            </a:r>
            <a:r>
              <a:rPr lang="en-US" b="1" i="1" dirty="0">
                <a:latin typeface="Arial Narrow" pitchFamily="34" charset="0"/>
              </a:rPr>
              <a:t>Updates the hash by reading the file in 4096-byte chunks</a:t>
            </a:r>
          </a:p>
          <a:p>
            <a:r>
              <a:rPr lang="en-US" b="1" i="1" dirty="0">
                <a:solidFill>
                  <a:srgbClr val="FF0000"/>
                </a:solidFill>
                <a:latin typeface="Arial Narrow" pitchFamily="34" charset="0"/>
              </a:rPr>
              <a:t>🧾</a:t>
            </a:r>
            <a:r>
              <a:rPr lang="en-US" b="1" i="1" dirty="0">
                <a:latin typeface="Arial Narrow" pitchFamily="34" charset="0"/>
              </a:rPr>
              <a:t>     Returns </a:t>
            </a:r>
            <a:r>
              <a:rPr lang="en-US" b="1" i="1" dirty="0" err="1">
                <a:solidFill>
                  <a:srgbClr val="7030A0"/>
                </a:solidFill>
                <a:latin typeface="Arial Narrow" pitchFamily="34" charset="0"/>
              </a:rPr>
              <a:t>hexdigest</a:t>
            </a:r>
            <a:r>
              <a:rPr lang="en-US" b="1" i="1" dirty="0">
                <a:solidFill>
                  <a:srgbClr val="7030A0"/>
                </a:solidFill>
                <a:latin typeface="Arial Narrow" pitchFamily="34" charset="0"/>
              </a:rPr>
              <a:t>(</a:t>
            </a:r>
            <a:r>
              <a:rPr lang="en-US" b="1" i="1" dirty="0">
                <a:latin typeface="Arial Narrow" pitchFamily="34" charset="0"/>
              </a:rPr>
              <a:t>), which is the final SHA-256 hash value</a:t>
            </a:r>
          </a:p>
          <a:p>
            <a:r>
              <a:rPr lang="en-US" b="1" i="1" dirty="0">
                <a:solidFill>
                  <a:srgbClr val="FF0000"/>
                </a:solidFill>
                <a:latin typeface="Arial Narrow" pitchFamily="34" charset="0"/>
              </a:rPr>
              <a:t> </a:t>
            </a:r>
          </a:p>
          <a:p>
            <a:r>
              <a:rPr lang="en-US" b="1" i="1" dirty="0">
                <a:solidFill>
                  <a:srgbClr val="FF0000"/>
                </a:solidFill>
                <a:latin typeface="Arial Narrow" pitchFamily="34" charset="0"/>
              </a:rPr>
              <a:t>                 ✔</a:t>
            </a:r>
            <a:r>
              <a:rPr lang="en-US" b="1" i="1" dirty="0">
                <a:latin typeface="Arial Narrow" pitchFamily="34" charset="0"/>
              </a:rPr>
              <a:t>        This is how real antivirus software identifies and tracks files</a:t>
            </a:r>
          </a:p>
          <a:p>
            <a:endParaRPr lang="en-US" b="1"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blinds(horizontal)">
                                      <p:cBhvr>
                                        <p:cTn id="10" dur="5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7" presetClass="entr" presetSubtype="0" fill="hold" nodeType="clickEffect">
                                  <p:stCondLst>
                                    <p:cond delay="0"/>
                                  </p:stCondLst>
                                  <p:iterate type="lt">
                                    <p:tmPct val="50000"/>
                                  </p:iterate>
                                  <p:childTnLst>
                                    <p:set>
                                      <p:cBhvr>
                                        <p:cTn id="14" dur="1" fill="hold">
                                          <p:stCondLst>
                                            <p:cond delay="0"/>
                                          </p:stCondLst>
                                        </p:cTn>
                                        <p:tgtEl>
                                          <p:spTgt spid="5">
                                            <p:txEl>
                                              <p:pRg st="2" end="2"/>
                                            </p:txEl>
                                          </p:spTgt>
                                        </p:tgtEl>
                                        <p:attrNameLst>
                                          <p:attrName>style.visibility</p:attrName>
                                        </p:attrNameLst>
                                      </p:cBhvr>
                                      <p:to>
                                        <p:strVal val="visible"/>
                                      </p:to>
                                    </p:set>
                                    <p:anim calcmode="discrete" valueType="clr">
                                      <p:cBhvr override="childStyle">
                                        <p:cTn id="15" dur="80"/>
                                        <p:tgtEl>
                                          <p:spTgt spid="5">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6" dur="80"/>
                                        <p:tgtEl>
                                          <p:spTgt spid="5">
                                            <p:txEl>
                                              <p:pRg st="2" end="2"/>
                                            </p:txEl>
                                          </p:spTgt>
                                        </p:tgtEl>
                                        <p:attrNameLst>
                                          <p:attrName>fillcolor</p:attrName>
                                        </p:attrNameLst>
                                      </p:cBhvr>
                                      <p:tavLst>
                                        <p:tav tm="0">
                                          <p:val>
                                            <p:clrVal>
                                              <a:schemeClr val="accent2"/>
                                            </p:clrVal>
                                          </p:val>
                                        </p:tav>
                                        <p:tav tm="50000">
                                          <p:val>
                                            <p:clrVal>
                                              <a:schemeClr val="hlink"/>
                                            </p:clrVal>
                                          </p:val>
                                        </p:tav>
                                      </p:tavLst>
                                    </p:anim>
                                    <p:set>
                                      <p:cBhvr>
                                        <p:cTn id="17" dur="80"/>
                                        <p:tgtEl>
                                          <p:spTgt spid="5">
                                            <p:txEl>
                                              <p:pRg st="2" end="2"/>
                                            </p:txEl>
                                          </p:spTgt>
                                        </p:tgtEl>
                                        <p:attrNameLst>
                                          <p:attrName>fill.type</p:attrName>
                                        </p:attrNameLst>
                                      </p:cBhvr>
                                      <p:to>
                                        <p:strVal val="solid"/>
                                      </p:to>
                                    </p:set>
                                  </p:childTnLst>
                                </p:cTn>
                              </p:par>
                            </p:childTnLst>
                          </p:cTn>
                        </p:par>
                      </p:childTnLst>
                    </p:cTn>
                  </p:par>
                  <p:par>
                    <p:cTn id="18" fill="hold">
                      <p:stCondLst>
                        <p:cond delay="indefinite"/>
                      </p:stCondLst>
                      <p:childTnLst>
                        <p:par>
                          <p:cTn id="19" fill="hold">
                            <p:stCondLst>
                              <p:cond delay="0"/>
                            </p:stCondLst>
                            <p:childTnLst>
                              <p:par>
                                <p:cTn id="20" presetID="27" presetClass="entr" presetSubtype="0" fill="hold" nodeType="clickEffect">
                                  <p:stCondLst>
                                    <p:cond delay="0"/>
                                  </p:stCondLst>
                                  <p:iterate type="lt">
                                    <p:tmPct val="50000"/>
                                  </p:iterate>
                                  <p:childTnLst>
                                    <p:set>
                                      <p:cBhvr>
                                        <p:cTn id="21" dur="1" fill="hold">
                                          <p:stCondLst>
                                            <p:cond delay="0"/>
                                          </p:stCondLst>
                                        </p:cTn>
                                        <p:tgtEl>
                                          <p:spTgt spid="5">
                                            <p:txEl>
                                              <p:pRg st="3" end="3"/>
                                            </p:txEl>
                                          </p:spTgt>
                                        </p:tgtEl>
                                        <p:attrNameLst>
                                          <p:attrName>style.visibility</p:attrName>
                                        </p:attrNameLst>
                                      </p:cBhvr>
                                      <p:to>
                                        <p:strVal val="visible"/>
                                      </p:to>
                                    </p:set>
                                    <p:anim calcmode="discrete" valueType="clr">
                                      <p:cBhvr override="childStyle">
                                        <p:cTn id="22" dur="80"/>
                                        <p:tgtEl>
                                          <p:spTgt spid="5">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3" dur="80"/>
                                        <p:tgtEl>
                                          <p:spTgt spid="5">
                                            <p:txEl>
                                              <p:pRg st="3" end="3"/>
                                            </p:txEl>
                                          </p:spTgt>
                                        </p:tgtEl>
                                        <p:attrNameLst>
                                          <p:attrName>fillcolor</p:attrName>
                                        </p:attrNameLst>
                                      </p:cBhvr>
                                      <p:tavLst>
                                        <p:tav tm="0">
                                          <p:val>
                                            <p:clrVal>
                                              <a:schemeClr val="accent2"/>
                                            </p:clrVal>
                                          </p:val>
                                        </p:tav>
                                        <p:tav tm="50000">
                                          <p:val>
                                            <p:clrVal>
                                              <a:schemeClr val="hlink"/>
                                            </p:clrVal>
                                          </p:val>
                                        </p:tav>
                                      </p:tavLst>
                                    </p:anim>
                                    <p:set>
                                      <p:cBhvr>
                                        <p:cTn id="24" dur="80"/>
                                        <p:tgtEl>
                                          <p:spTgt spid="5">
                                            <p:txEl>
                                              <p:pRg st="3" end="3"/>
                                            </p:txEl>
                                          </p:spTgt>
                                        </p:tgtEl>
                                        <p:attrNameLst>
                                          <p:attrName>fill.type</p:attrName>
                                        </p:attrNameLst>
                                      </p:cBhvr>
                                      <p:to>
                                        <p:strVal val="solid"/>
                                      </p:to>
                                    </p:set>
                                  </p:childTnLst>
                                </p:cTn>
                              </p:par>
                              <p:par>
                                <p:cTn id="25" presetID="27" presetClass="entr" presetSubtype="0" fill="hold" nodeType="withEffect">
                                  <p:stCondLst>
                                    <p:cond delay="0"/>
                                  </p:stCondLst>
                                  <p:iterate type="lt">
                                    <p:tmPct val="50000"/>
                                  </p:iterate>
                                  <p:childTnLst>
                                    <p:set>
                                      <p:cBhvr>
                                        <p:cTn id="26" dur="1" fill="hold">
                                          <p:stCondLst>
                                            <p:cond delay="0"/>
                                          </p:stCondLst>
                                        </p:cTn>
                                        <p:tgtEl>
                                          <p:spTgt spid="5">
                                            <p:txEl>
                                              <p:pRg st="4" end="4"/>
                                            </p:txEl>
                                          </p:spTgt>
                                        </p:tgtEl>
                                        <p:attrNameLst>
                                          <p:attrName>style.visibility</p:attrName>
                                        </p:attrNameLst>
                                      </p:cBhvr>
                                      <p:to>
                                        <p:strVal val="visible"/>
                                      </p:to>
                                    </p:set>
                                    <p:anim calcmode="discrete" valueType="clr">
                                      <p:cBhvr override="childStyle">
                                        <p:cTn id="27" dur="80"/>
                                        <p:tgtEl>
                                          <p:spTgt spid="5">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8" dur="80"/>
                                        <p:tgtEl>
                                          <p:spTgt spid="5">
                                            <p:txEl>
                                              <p:pRg st="4" end="4"/>
                                            </p:txEl>
                                          </p:spTgt>
                                        </p:tgtEl>
                                        <p:attrNameLst>
                                          <p:attrName>fillcolor</p:attrName>
                                        </p:attrNameLst>
                                      </p:cBhvr>
                                      <p:tavLst>
                                        <p:tav tm="0">
                                          <p:val>
                                            <p:clrVal>
                                              <a:schemeClr val="accent2"/>
                                            </p:clrVal>
                                          </p:val>
                                        </p:tav>
                                        <p:tav tm="50000">
                                          <p:val>
                                            <p:clrVal>
                                              <a:schemeClr val="hlink"/>
                                            </p:clrVal>
                                          </p:val>
                                        </p:tav>
                                      </p:tavLst>
                                    </p:anim>
                                    <p:set>
                                      <p:cBhvr>
                                        <p:cTn id="29" dur="80"/>
                                        <p:tgtEl>
                                          <p:spTgt spid="5">
                                            <p:txEl>
                                              <p:pRg st="4" end="4"/>
                                            </p:txEl>
                                          </p:spTgt>
                                        </p:tgtEl>
                                        <p:attrNameLst>
                                          <p:attrName>fill.type</p:attrName>
                                        </p:attrNameLst>
                                      </p:cBhvr>
                                      <p:to>
                                        <p:strVal val="solid"/>
                                      </p:to>
                                    </p:se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7">
                                            <p:txEl>
                                              <p:pRg st="0" end="0"/>
                                            </p:txEl>
                                          </p:spTgt>
                                        </p:tgtEl>
                                        <p:attrNameLst>
                                          <p:attrName>style.visibility</p:attrName>
                                        </p:attrNameLst>
                                      </p:cBhvr>
                                      <p:to>
                                        <p:strVal val="visible"/>
                                      </p:to>
                                    </p:set>
                                    <p:animEffect transition="in" filter="blinds(horizontal)">
                                      <p:cBhvr>
                                        <p:cTn id="34" dur="500"/>
                                        <p:tgtEl>
                                          <p:spTgt spid="7">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7" presetClass="entr" presetSubtype="0" fill="hold" nodeType="clickEffect">
                                  <p:stCondLst>
                                    <p:cond delay="0"/>
                                  </p:stCondLst>
                                  <p:iterate type="lt">
                                    <p:tmPct val="50000"/>
                                  </p:iterate>
                                  <p:childTnLst>
                                    <p:set>
                                      <p:cBhvr>
                                        <p:cTn id="38" dur="1" fill="hold">
                                          <p:stCondLst>
                                            <p:cond delay="0"/>
                                          </p:stCondLst>
                                        </p:cTn>
                                        <p:tgtEl>
                                          <p:spTgt spid="7">
                                            <p:txEl>
                                              <p:pRg st="2" end="2"/>
                                            </p:txEl>
                                          </p:spTgt>
                                        </p:tgtEl>
                                        <p:attrNameLst>
                                          <p:attrName>style.visibility</p:attrName>
                                        </p:attrNameLst>
                                      </p:cBhvr>
                                      <p:to>
                                        <p:strVal val="visible"/>
                                      </p:to>
                                    </p:set>
                                    <p:anim calcmode="discrete" valueType="clr">
                                      <p:cBhvr override="childStyle">
                                        <p:cTn id="39" dur="80"/>
                                        <p:tgtEl>
                                          <p:spTgt spid="7">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0" dur="80"/>
                                        <p:tgtEl>
                                          <p:spTgt spid="7">
                                            <p:txEl>
                                              <p:pRg st="2" end="2"/>
                                            </p:txEl>
                                          </p:spTgt>
                                        </p:tgtEl>
                                        <p:attrNameLst>
                                          <p:attrName>fillcolor</p:attrName>
                                        </p:attrNameLst>
                                      </p:cBhvr>
                                      <p:tavLst>
                                        <p:tav tm="0">
                                          <p:val>
                                            <p:clrVal>
                                              <a:schemeClr val="accent2"/>
                                            </p:clrVal>
                                          </p:val>
                                        </p:tav>
                                        <p:tav tm="50000">
                                          <p:val>
                                            <p:clrVal>
                                              <a:schemeClr val="hlink"/>
                                            </p:clrVal>
                                          </p:val>
                                        </p:tav>
                                      </p:tavLst>
                                    </p:anim>
                                    <p:set>
                                      <p:cBhvr>
                                        <p:cTn id="41" dur="80"/>
                                        <p:tgtEl>
                                          <p:spTgt spid="7">
                                            <p:txEl>
                                              <p:pRg st="2" end="2"/>
                                            </p:txEl>
                                          </p:spTgt>
                                        </p:tgtEl>
                                        <p:attrNameLst>
                                          <p:attrName>fill.type</p:attrName>
                                        </p:attrNameLst>
                                      </p:cBhvr>
                                      <p:to>
                                        <p:strVal val="solid"/>
                                      </p:to>
                                    </p:set>
                                  </p:childTnLst>
                                </p:cTn>
                              </p:par>
                            </p:childTnLst>
                          </p:cTn>
                        </p:par>
                      </p:childTnLst>
                    </p:cTn>
                  </p:par>
                  <p:par>
                    <p:cTn id="42" fill="hold">
                      <p:stCondLst>
                        <p:cond delay="indefinite"/>
                      </p:stCondLst>
                      <p:childTnLst>
                        <p:par>
                          <p:cTn id="43" fill="hold">
                            <p:stCondLst>
                              <p:cond delay="0"/>
                            </p:stCondLst>
                            <p:childTnLst>
                              <p:par>
                                <p:cTn id="44" presetID="27" presetClass="entr" presetSubtype="0" fill="hold" nodeType="clickEffect">
                                  <p:stCondLst>
                                    <p:cond delay="0"/>
                                  </p:stCondLst>
                                  <p:iterate type="lt">
                                    <p:tmPct val="50000"/>
                                  </p:iterate>
                                  <p:childTnLst>
                                    <p:set>
                                      <p:cBhvr>
                                        <p:cTn id="45" dur="1" fill="hold">
                                          <p:stCondLst>
                                            <p:cond delay="0"/>
                                          </p:stCondLst>
                                        </p:cTn>
                                        <p:tgtEl>
                                          <p:spTgt spid="7">
                                            <p:txEl>
                                              <p:pRg st="3" end="3"/>
                                            </p:txEl>
                                          </p:spTgt>
                                        </p:tgtEl>
                                        <p:attrNameLst>
                                          <p:attrName>style.visibility</p:attrName>
                                        </p:attrNameLst>
                                      </p:cBhvr>
                                      <p:to>
                                        <p:strVal val="visible"/>
                                      </p:to>
                                    </p:set>
                                    <p:anim calcmode="discrete" valueType="clr">
                                      <p:cBhvr override="childStyle">
                                        <p:cTn id="46" dur="80"/>
                                        <p:tgtEl>
                                          <p:spTgt spid="7">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7" dur="80"/>
                                        <p:tgtEl>
                                          <p:spTgt spid="7">
                                            <p:txEl>
                                              <p:pRg st="3" end="3"/>
                                            </p:txEl>
                                          </p:spTgt>
                                        </p:tgtEl>
                                        <p:attrNameLst>
                                          <p:attrName>fillcolor</p:attrName>
                                        </p:attrNameLst>
                                      </p:cBhvr>
                                      <p:tavLst>
                                        <p:tav tm="0">
                                          <p:val>
                                            <p:clrVal>
                                              <a:schemeClr val="accent2"/>
                                            </p:clrVal>
                                          </p:val>
                                        </p:tav>
                                        <p:tav tm="50000">
                                          <p:val>
                                            <p:clrVal>
                                              <a:schemeClr val="hlink"/>
                                            </p:clrVal>
                                          </p:val>
                                        </p:tav>
                                      </p:tavLst>
                                    </p:anim>
                                    <p:set>
                                      <p:cBhvr>
                                        <p:cTn id="48" dur="80"/>
                                        <p:tgtEl>
                                          <p:spTgt spid="7">
                                            <p:txEl>
                                              <p:pRg st="3" end="3"/>
                                            </p:txEl>
                                          </p:spTgt>
                                        </p:tgtEl>
                                        <p:attrNameLst>
                                          <p:attrName>fill.type</p:attrName>
                                        </p:attrNameLst>
                                      </p:cBhvr>
                                      <p:to>
                                        <p:strVal val="solid"/>
                                      </p:to>
                                    </p:set>
                                  </p:childTnLst>
                                </p:cTn>
                              </p:par>
                            </p:childTnLst>
                          </p:cTn>
                        </p:par>
                      </p:childTnLst>
                    </p:cTn>
                  </p:par>
                  <p:par>
                    <p:cTn id="49" fill="hold">
                      <p:stCondLst>
                        <p:cond delay="indefinite"/>
                      </p:stCondLst>
                      <p:childTnLst>
                        <p:par>
                          <p:cTn id="50" fill="hold">
                            <p:stCondLst>
                              <p:cond delay="0"/>
                            </p:stCondLst>
                            <p:childTnLst>
                              <p:par>
                                <p:cTn id="51" presetID="27" presetClass="entr" presetSubtype="0" fill="hold" nodeType="clickEffect">
                                  <p:stCondLst>
                                    <p:cond delay="0"/>
                                  </p:stCondLst>
                                  <p:iterate type="lt">
                                    <p:tmPct val="50000"/>
                                  </p:iterate>
                                  <p:childTnLst>
                                    <p:set>
                                      <p:cBhvr>
                                        <p:cTn id="52" dur="1" fill="hold">
                                          <p:stCondLst>
                                            <p:cond delay="0"/>
                                          </p:stCondLst>
                                        </p:cTn>
                                        <p:tgtEl>
                                          <p:spTgt spid="7">
                                            <p:txEl>
                                              <p:pRg st="4" end="4"/>
                                            </p:txEl>
                                          </p:spTgt>
                                        </p:tgtEl>
                                        <p:attrNameLst>
                                          <p:attrName>style.visibility</p:attrName>
                                        </p:attrNameLst>
                                      </p:cBhvr>
                                      <p:to>
                                        <p:strVal val="visible"/>
                                      </p:to>
                                    </p:set>
                                    <p:anim calcmode="discrete" valueType="clr">
                                      <p:cBhvr override="childStyle">
                                        <p:cTn id="53" dur="80"/>
                                        <p:tgtEl>
                                          <p:spTgt spid="7">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4" dur="80"/>
                                        <p:tgtEl>
                                          <p:spTgt spid="7">
                                            <p:txEl>
                                              <p:pRg st="4" end="4"/>
                                            </p:txEl>
                                          </p:spTgt>
                                        </p:tgtEl>
                                        <p:attrNameLst>
                                          <p:attrName>fillcolor</p:attrName>
                                        </p:attrNameLst>
                                      </p:cBhvr>
                                      <p:tavLst>
                                        <p:tav tm="0">
                                          <p:val>
                                            <p:clrVal>
                                              <a:schemeClr val="accent2"/>
                                            </p:clrVal>
                                          </p:val>
                                        </p:tav>
                                        <p:tav tm="50000">
                                          <p:val>
                                            <p:clrVal>
                                              <a:schemeClr val="hlink"/>
                                            </p:clrVal>
                                          </p:val>
                                        </p:tav>
                                      </p:tavLst>
                                    </p:anim>
                                    <p:set>
                                      <p:cBhvr>
                                        <p:cTn id="55" dur="80"/>
                                        <p:tgtEl>
                                          <p:spTgt spid="7">
                                            <p:txEl>
                                              <p:pRg st="4" end="4"/>
                                            </p:txEl>
                                          </p:spTgt>
                                        </p:tgtEl>
                                        <p:attrNameLst>
                                          <p:attrName>fill.type</p:attrName>
                                        </p:attrNameLst>
                                      </p:cBhvr>
                                      <p:to>
                                        <p:strVal val="solid"/>
                                      </p:to>
                                    </p:set>
                                  </p:childTnLst>
                                </p:cTn>
                              </p:par>
                            </p:childTnLst>
                          </p:cTn>
                        </p:par>
                      </p:childTnLst>
                    </p:cTn>
                  </p:par>
                  <p:par>
                    <p:cTn id="56" fill="hold">
                      <p:stCondLst>
                        <p:cond delay="indefinite"/>
                      </p:stCondLst>
                      <p:childTnLst>
                        <p:par>
                          <p:cTn id="57" fill="hold">
                            <p:stCondLst>
                              <p:cond delay="0"/>
                            </p:stCondLst>
                            <p:childTnLst>
                              <p:par>
                                <p:cTn id="58" presetID="27" presetClass="entr" presetSubtype="0" fill="hold" nodeType="clickEffect">
                                  <p:stCondLst>
                                    <p:cond delay="0"/>
                                  </p:stCondLst>
                                  <p:iterate type="lt">
                                    <p:tmPct val="50000"/>
                                  </p:iterate>
                                  <p:childTnLst>
                                    <p:set>
                                      <p:cBhvr>
                                        <p:cTn id="59" dur="1" fill="hold">
                                          <p:stCondLst>
                                            <p:cond delay="0"/>
                                          </p:stCondLst>
                                        </p:cTn>
                                        <p:tgtEl>
                                          <p:spTgt spid="7">
                                            <p:txEl>
                                              <p:pRg st="5" end="5"/>
                                            </p:txEl>
                                          </p:spTgt>
                                        </p:tgtEl>
                                        <p:attrNameLst>
                                          <p:attrName>style.visibility</p:attrName>
                                        </p:attrNameLst>
                                      </p:cBhvr>
                                      <p:to>
                                        <p:strVal val="visible"/>
                                      </p:to>
                                    </p:set>
                                    <p:anim calcmode="discrete" valueType="clr">
                                      <p:cBhvr override="childStyle">
                                        <p:cTn id="60" dur="80"/>
                                        <p:tgtEl>
                                          <p:spTgt spid="7">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61" dur="80"/>
                                        <p:tgtEl>
                                          <p:spTgt spid="7">
                                            <p:txEl>
                                              <p:pRg st="5" end="5"/>
                                            </p:txEl>
                                          </p:spTgt>
                                        </p:tgtEl>
                                        <p:attrNameLst>
                                          <p:attrName>fillcolor</p:attrName>
                                        </p:attrNameLst>
                                      </p:cBhvr>
                                      <p:tavLst>
                                        <p:tav tm="0">
                                          <p:val>
                                            <p:clrVal>
                                              <a:schemeClr val="accent2"/>
                                            </p:clrVal>
                                          </p:val>
                                        </p:tav>
                                        <p:tav tm="50000">
                                          <p:val>
                                            <p:clrVal>
                                              <a:schemeClr val="hlink"/>
                                            </p:clrVal>
                                          </p:val>
                                        </p:tav>
                                      </p:tavLst>
                                    </p:anim>
                                    <p:set>
                                      <p:cBhvr>
                                        <p:cTn id="62" dur="80"/>
                                        <p:tgtEl>
                                          <p:spTgt spid="7">
                                            <p:txEl>
                                              <p:pRg st="5" end="5"/>
                                            </p:txEl>
                                          </p:spTgt>
                                        </p:tgtEl>
                                        <p:attrNameLst>
                                          <p:attrName>fill.type</p:attrName>
                                        </p:attrNameLst>
                                      </p:cBhvr>
                                      <p:to>
                                        <p:strVal val="solid"/>
                                      </p:to>
                                    </p:set>
                                  </p:childTnLst>
                                </p:cTn>
                              </p:par>
                            </p:childTnLst>
                          </p:cTn>
                        </p:par>
                      </p:childTnLst>
                    </p:cTn>
                  </p:par>
                  <p:par>
                    <p:cTn id="63" fill="hold">
                      <p:stCondLst>
                        <p:cond delay="indefinite"/>
                      </p:stCondLst>
                      <p:childTnLst>
                        <p:par>
                          <p:cTn id="64" fill="hold">
                            <p:stCondLst>
                              <p:cond delay="0"/>
                            </p:stCondLst>
                            <p:childTnLst>
                              <p:par>
                                <p:cTn id="65" presetID="27" presetClass="entr" presetSubtype="0" fill="hold" nodeType="clickEffect">
                                  <p:stCondLst>
                                    <p:cond delay="0"/>
                                  </p:stCondLst>
                                  <p:iterate type="lt">
                                    <p:tmPct val="50000"/>
                                  </p:iterate>
                                  <p:childTnLst>
                                    <p:set>
                                      <p:cBhvr>
                                        <p:cTn id="66" dur="1" fill="hold">
                                          <p:stCondLst>
                                            <p:cond delay="0"/>
                                          </p:stCondLst>
                                        </p:cTn>
                                        <p:tgtEl>
                                          <p:spTgt spid="7">
                                            <p:txEl>
                                              <p:pRg st="6" end="6"/>
                                            </p:txEl>
                                          </p:spTgt>
                                        </p:tgtEl>
                                        <p:attrNameLst>
                                          <p:attrName>style.visibility</p:attrName>
                                        </p:attrNameLst>
                                      </p:cBhvr>
                                      <p:to>
                                        <p:strVal val="visible"/>
                                      </p:to>
                                    </p:set>
                                    <p:anim calcmode="discrete" valueType="clr">
                                      <p:cBhvr override="childStyle">
                                        <p:cTn id="67" dur="80"/>
                                        <p:tgtEl>
                                          <p:spTgt spid="7">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68" dur="80"/>
                                        <p:tgtEl>
                                          <p:spTgt spid="7">
                                            <p:txEl>
                                              <p:pRg st="6" end="6"/>
                                            </p:txEl>
                                          </p:spTgt>
                                        </p:tgtEl>
                                        <p:attrNameLst>
                                          <p:attrName>fillcolor</p:attrName>
                                        </p:attrNameLst>
                                      </p:cBhvr>
                                      <p:tavLst>
                                        <p:tav tm="0">
                                          <p:val>
                                            <p:clrVal>
                                              <a:schemeClr val="accent2"/>
                                            </p:clrVal>
                                          </p:val>
                                        </p:tav>
                                        <p:tav tm="50000">
                                          <p:val>
                                            <p:clrVal>
                                              <a:schemeClr val="hlink"/>
                                            </p:clrVal>
                                          </p:val>
                                        </p:tav>
                                      </p:tavLst>
                                    </p:anim>
                                    <p:set>
                                      <p:cBhvr>
                                        <p:cTn id="69" dur="80"/>
                                        <p:tgtEl>
                                          <p:spTgt spid="7">
                                            <p:txEl>
                                              <p:pRg st="6" end="6"/>
                                            </p:txEl>
                                          </p:spTgt>
                                        </p:tgtEl>
                                        <p:attrNameLst>
                                          <p:attrName>fill.type</p:attrName>
                                        </p:attrNameLst>
                                      </p:cBhvr>
                                      <p:to>
                                        <p:strVal val="solid"/>
                                      </p:to>
                                    </p:set>
                                  </p:childTnLst>
                                </p:cTn>
                              </p:par>
                            </p:childTnLst>
                          </p:cTn>
                        </p:par>
                      </p:childTnLst>
                    </p:cTn>
                  </p:par>
                  <p:par>
                    <p:cTn id="70" fill="hold">
                      <p:stCondLst>
                        <p:cond delay="indefinite"/>
                      </p:stCondLst>
                      <p:childTnLst>
                        <p:par>
                          <p:cTn id="71" fill="hold">
                            <p:stCondLst>
                              <p:cond delay="0"/>
                            </p:stCondLst>
                            <p:childTnLst>
                              <p:par>
                                <p:cTn id="72" presetID="27" presetClass="entr" presetSubtype="0" fill="hold" nodeType="clickEffect">
                                  <p:stCondLst>
                                    <p:cond delay="0"/>
                                  </p:stCondLst>
                                  <p:iterate type="lt">
                                    <p:tmPct val="50000"/>
                                  </p:iterate>
                                  <p:childTnLst>
                                    <p:set>
                                      <p:cBhvr>
                                        <p:cTn id="73" dur="1" fill="hold">
                                          <p:stCondLst>
                                            <p:cond delay="0"/>
                                          </p:stCondLst>
                                        </p:cTn>
                                        <p:tgtEl>
                                          <p:spTgt spid="7">
                                            <p:txEl>
                                              <p:pRg st="7" end="7"/>
                                            </p:txEl>
                                          </p:spTgt>
                                        </p:tgtEl>
                                        <p:attrNameLst>
                                          <p:attrName>style.visibility</p:attrName>
                                        </p:attrNameLst>
                                      </p:cBhvr>
                                      <p:to>
                                        <p:strVal val="visible"/>
                                      </p:to>
                                    </p:set>
                                    <p:anim calcmode="discrete" valueType="clr">
                                      <p:cBhvr override="childStyle">
                                        <p:cTn id="74" dur="80"/>
                                        <p:tgtEl>
                                          <p:spTgt spid="7">
                                            <p:txEl>
                                              <p:pRg st="7" end="7"/>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75" dur="80"/>
                                        <p:tgtEl>
                                          <p:spTgt spid="7">
                                            <p:txEl>
                                              <p:pRg st="7" end="7"/>
                                            </p:txEl>
                                          </p:spTgt>
                                        </p:tgtEl>
                                        <p:attrNameLst>
                                          <p:attrName>fillcolor</p:attrName>
                                        </p:attrNameLst>
                                      </p:cBhvr>
                                      <p:tavLst>
                                        <p:tav tm="0">
                                          <p:val>
                                            <p:clrVal>
                                              <a:schemeClr val="accent2"/>
                                            </p:clrVal>
                                          </p:val>
                                        </p:tav>
                                        <p:tav tm="50000">
                                          <p:val>
                                            <p:clrVal>
                                              <a:schemeClr val="hlink"/>
                                            </p:clrVal>
                                          </p:val>
                                        </p:tav>
                                      </p:tavLst>
                                    </p:anim>
                                    <p:set>
                                      <p:cBhvr>
                                        <p:cTn id="76" dur="80"/>
                                        <p:tgtEl>
                                          <p:spTgt spid="7">
                                            <p:txEl>
                                              <p:pRg st="7" end="7"/>
                                            </p:txEl>
                                          </p:spTgt>
                                        </p:tgtEl>
                                        <p:attrNameLst>
                                          <p:attrName>fill.type</p:attrName>
                                        </p:attrNameLst>
                                      </p:cBhvr>
                                      <p:to>
                                        <p:strVal val="solid"/>
                                      </p:to>
                                    </p:set>
                                  </p:childTnLst>
                                </p:cTn>
                              </p:par>
                            </p:childTnLst>
                          </p:cTn>
                        </p:par>
                      </p:childTnLst>
                    </p:cTn>
                  </p:par>
                  <p:par>
                    <p:cTn id="77" fill="hold">
                      <p:stCondLst>
                        <p:cond delay="indefinite"/>
                      </p:stCondLst>
                      <p:childTnLst>
                        <p:par>
                          <p:cTn id="78" fill="hold">
                            <p:stCondLst>
                              <p:cond delay="0"/>
                            </p:stCondLst>
                            <p:childTnLst>
                              <p:par>
                                <p:cTn id="79" presetID="5" presetClass="entr" presetSubtype="10" fill="hold" nodeType="clickEffect">
                                  <p:stCondLst>
                                    <p:cond delay="0"/>
                                  </p:stCondLst>
                                  <p:childTnLst>
                                    <p:set>
                                      <p:cBhvr>
                                        <p:cTn id="80" dur="1" fill="hold">
                                          <p:stCondLst>
                                            <p:cond delay="0"/>
                                          </p:stCondLst>
                                        </p:cTn>
                                        <p:tgtEl>
                                          <p:spTgt spid="7">
                                            <p:txEl>
                                              <p:pRg st="9" end="9"/>
                                            </p:txEl>
                                          </p:spTgt>
                                        </p:tgtEl>
                                        <p:attrNameLst>
                                          <p:attrName>style.visibility</p:attrName>
                                        </p:attrNameLst>
                                      </p:cBhvr>
                                      <p:to>
                                        <p:strVal val="visible"/>
                                      </p:to>
                                    </p:set>
                                    <p:animEffect transition="in" filter="checkerboard(across)">
                                      <p:cBhvr>
                                        <p:cTn id="81" dur="500"/>
                                        <p:tgtEl>
                                          <p:spTgt spid="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16632"/>
            <a:ext cx="9039654" cy="2646878"/>
          </a:xfrm>
          <a:prstGeom prst="rect">
            <a:avLst/>
          </a:prstGeom>
          <a:noFill/>
        </p:spPr>
        <p:txBody>
          <a:bodyPr wrap="none" rtlCol="0">
            <a:spAutoFit/>
          </a:bodyPr>
          <a:lstStyle/>
          <a:p>
            <a:r>
              <a:rPr lang="en-US" b="1" i="1" dirty="0">
                <a:solidFill>
                  <a:srgbClr val="FF0000"/>
                </a:solidFill>
                <a:latin typeface="Arial Narrow" pitchFamily="34" charset="0"/>
              </a:rPr>
              <a:t>🧪  </a:t>
            </a:r>
            <a:r>
              <a:rPr lang="en-US" sz="2000" dirty="0">
                <a:latin typeface="Algerian" pitchFamily="82" charset="0"/>
              </a:rPr>
              <a:t>     </a:t>
            </a:r>
            <a:r>
              <a:rPr lang="en-US" sz="2000" i="1" u="sng" dirty="0">
                <a:latin typeface="Algerian" pitchFamily="82" charset="0"/>
              </a:rPr>
              <a:t>Feature</a:t>
            </a:r>
            <a:r>
              <a:rPr lang="en-US" sz="2000" i="1" dirty="0">
                <a:latin typeface="Algerian" pitchFamily="82" charset="0"/>
              </a:rPr>
              <a:t> </a:t>
            </a:r>
            <a:r>
              <a:rPr lang="en-US" sz="2000" i="1" u="sng" dirty="0">
                <a:latin typeface="Algerian" pitchFamily="82" charset="0"/>
              </a:rPr>
              <a:t>Extraction</a:t>
            </a:r>
            <a:r>
              <a:rPr lang="en-US" sz="2000" i="1" dirty="0">
                <a:latin typeface="Algerian" pitchFamily="82" charset="0"/>
              </a:rPr>
              <a:t> </a:t>
            </a:r>
            <a:r>
              <a:rPr lang="en-US" sz="2000" i="1" u="sng" dirty="0">
                <a:latin typeface="Algerian" pitchFamily="82" charset="0"/>
              </a:rPr>
              <a:t>Function</a:t>
            </a:r>
          </a:p>
          <a:p>
            <a:endParaRPr lang="en-US" sz="2000" i="1" u="sng" dirty="0">
              <a:latin typeface="Algerian" pitchFamily="82" charset="0"/>
            </a:endParaRPr>
          </a:p>
          <a:p>
            <a:r>
              <a:rPr lang="en-US" b="1" i="1" dirty="0">
                <a:solidFill>
                  <a:srgbClr val="FF0000"/>
                </a:solidFill>
                <a:latin typeface="Arial Narrow" pitchFamily="34" charset="0"/>
              </a:rPr>
              <a:t>🧠 </a:t>
            </a:r>
            <a:r>
              <a:rPr lang="en-US" dirty="0"/>
              <a:t>   </a:t>
            </a:r>
            <a:r>
              <a:rPr lang="en-US" b="1" i="1" dirty="0">
                <a:solidFill>
                  <a:srgbClr val="7030A0"/>
                </a:solidFill>
                <a:latin typeface="Arial Narrow" pitchFamily="34" charset="0"/>
              </a:rPr>
              <a:t>def </a:t>
            </a:r>
            <a:r>
              <a:rPr lang="en-US" b="1" i="1" dirty="0" err="1">
                <a:solidFill>
                  <a:srgbClr val="7030A0"/>
                </a:solidFill>
                <a:latin typeface="Arial Narrow" pitchFamily="34" charset="0"/>
              </a:rPr>
              <a:t>extract_features</a:t>
            </a:r>
            <a:r>
              <a:rPr lang="en-US" b="1" i="1" dirty="0">
                <a:solidFill>
                  <a:srgbClr val="7030A0"/>
                </a:solidFill>
                <a:latin typeface="Arial Narrow" pitchFamily="34" charset="0"/>
              </a:rPr>
              <a:t>(</a:t>
            </a:r>
            <a:r>
              <a:rPr lang="en-US" b="1" i="1" dirty="0" err="1">
                <a:solidFill>
                  <a:srgbClr val="7030A0"/>
                </a:solidFill>
                <a:latin typeface="Arial Narrow" pitchFamily="34" charset="0"/>
              </a:rPr>
              <a:t>file_path</a:t>
            </a:r>
            <a:r>
              <a:rPr lang="en-US" b="1" i="1" dirty="0">
                <a:solidFill>
                  <a:srgbClr val="7030A0"/>
                </a:solidFill>
                <a:latin typeface="Arial Narrow" pitchFamily="34" charset="0"/>
              </a:rPr>
              <a:t>): </a:t>
            </a:r>
            <a:r>
              <a:rPr lang="en-US" b="1" i="1" dirty="0">
                <a:latin typeface="Arial Narrow" pitchFamily="34" charset="0"/>
              </a:rPr>
              <a:t>defines a function to collect important information from a file</a:t>
            </a:r>
          </a:p>
          <a:p>
            <a:r>
              <a:rPr lang="en-US" b="1" i="1" dirty="0">
                <a:solidFill>
                  <a:srgbClr val="FF0000"/>
                </a:solidFill>
                <a:latin typeface="Arial Narrow" pitchFamily="34" charset="0"/>
              </a:rPr>
              <a:t>📏</a:t>
            </a:r>
            <a:r>
              <a:rPr lang="en-US" b="1" i="1" dirty="0">
                <a:latin typeface="Arial Narrow" pitchFamily="34" charset="0"/>
              </a:rPr>
              <a:t> </a:t>
            </a:r>
            <a:r>
              <a:rPr lang="en-US" b="1" i="1" dirty="0" err="1">
                <a:solidFill>
                  <a:srgbClr val="7030A0"/>
                </a:solidFill>
                <a:latin typeface="Arial Narrow" pitchFamily="34" charset="0"/>
              </a:rPr>
              <a:t>os.path.getsize</a:t>
            </a:r>
            <a:r>
              <a:rPr lang="en-US" b="1" i="1" dirty="0">
                <a:solidFill>
                  <a:srgbClr val="7030A0"/>
                </a:solidFill>
                <a:latin typeface="Arial Narrow" pitchFamily="34" charset="0"/>
              </a:rPr>
              <a:t>() </a:t>
            </a:r>
            <a:r>
              <a:rPr lang="en-US" b="1" i="1" dirty="0">
                <a:latin typeface="Arial Narrow" pitchFamily="34" charset="0"/>
              </a:rPr>
              <a:t>gets the file size in KB, which helps indicate abnormal file behavior</a:t>
            </a:r>
          </a:p>
          <a:p>
            <a:r>
              <a:rPr lang="en-US" b="1" i="1" dirty="0">
                <a:solidFill>
                  <a:srgbClr val="FF0000"/>
                </a:solidFill>
                <a:latin typeface="Arial Narrow" pitchFamily="34" charset="0"/>
              </a:rPr>
              <a:t>🎲</a:t>
            </a:r>
            <a:r>
              <a:rPr lang="en-US" b="1" i="1" dirty="0">
                <a:latin typeface="Arial Narrow" pitchFamily="34" charset="0"/>
              </a:rPr>
              <a:t> </a:t>
            </a:r>
            <a:r>
              <a:rPr lang="en-US" b="1" i="1" dirty="0" err="1">
                <a:solidFill>
                  <a:srgbClr val="7030A0"/>
                </a:solidFill>
                <a:latin typeface="Arial Narrow" pitchFamily="34" charset="0"/>
              </a:rPr>
              <a:t>np.random.randint</a:t>
            </a:r>
            <a:r>
              <a:rPr lang="en-US" b="1" i="1" dirty="0">
                <a:solidFill>
                  <a:srgbClr val="7030A0"/>
                </a:solidFill>
                <a:latin typeface="Arial Narrow" pitchFamily="34" charset="0"/>
              </a:rPr>
              <a:t>(0, 2) </a:t>
            </a:r>
            <a:r>
              <a:rPr lang="en-US" b="1" i="1" dirty="0">
                <a:latin typeface="Arial Narrow" pitchFamily="34" charset="0"/>
              </a:rPr>
              <a:t>is used to simulate malware behavior such as:</a:t>
            </a:r>
          </a:p>
          <a:p>
            <a:pPr lvl="1"/>
            <a:r>
              <a:rPr lang="en-US" b="1" i="1" dirty="0">
                <a:solidFill>
                  <a:srgbClr val="FF0000"/>
                </a:solidFill>
                <a:latin typeface="Arial Narrow" pitchFamily="34" charset="0"/>
              </a:rPr>
              <a:t>⚠</a:t>
            </a:r>
            <a:r>
              <a:rPr lang="en-US" b="1" i="1" dirty="0">
                <a:latin typeface="Arial Narrow" pitchFamily="34" charset="0"/>
              </a:rPr>
              <a:t>   </a:t>
            </a:r>
            <a:r>
              <a:rPr lang="en-US" b="1" i="1" dirty="0" err="1">
                <a:latin typeface="Arial Narrow" pitchFamily="34" charset="0"/>
              </a:rPr>
              <a:t>suspicious_api_calls</a:t>
            </a:r>
            <a:endParaRPr lang="en-US" b="1" i="1" dirty="0">
              <a:latin typeface="Arial Narrow" pitchFamily="34" charset="0"/>
            </a:endParaRPr>
          </a:p>
          <a:p>
            <a:pPr lvl="1"/>
            <a:r>
              <a:rPr lang="en-US" b="1" i="1" dirty="0">
                <a:solidFill>
                  <a:srgbClr val="FF0000"/>
                </a:solidFill>
                <a:latin typeface="Arial Narrow" pitchFamily="34" charset="0"/>
              </a:rPr>
              <a:t>🚫</a:t>
            </a:r>
            <a:r>
              <a:rPr lang="en-US" b="1" i="1" dirty="0">
                <a:latin typeface="Arial Narrow" pitchFamily="34" charset="0"/>
              </a:rPr>
              <a:t> </a:t>
            </a:r>
            <a:r>
              <a:rPr lang="en-US" b="1" i="1" dirty="0" err="1">
                <a:latin typeface="Arial Narrow" pitchFamily="34" charset="0"/>
              </a:rPr>
              <a:t>dangerous_permissions</a:t>
            </a:r>
            <a:endParaRPr lang="en-US" b="1" i="1" dirty="0">
              <a:latin typeface="Arial Narrow" pitchFamily="34" charset="0"/>
            </a:endParaRPr>
          </a:p>
          <a:p>
            <a:r>
              <a:rPr lang="en-US" b="1" i="1" dirty="0">
                <a:solidFill>
                  <a:srgbClr val="FF0000"/>
                </a:solidFill>
                <a:latin typeface="Arial Narrow" pitchFamily="34" charset="0"/>
              </a:rPr>
              <a:t>📦</a:t>
            </a:r>
            <a:r>
              <a:rPr lang="en-US" b="1" i="1" dirty="0">
                <a:latin typeface="Arial Narrow" pitchFamily="34" charset="0"/>
              </a:rPr>
              <a:t> The function returns all extracted values as a feature list, which is used by the ML model to </a:t>
            </a:r>
          </a:p>
          <a:p>
            <a:r>
              <a:rPr lang="en-US" b="1" i="1" dirty="0">
                <a:latin typeface="Arial Narrow" pitchFamily="34" charset="0"/>
              </a:rPr>
              <a:t>        make predictions 🤖</a:t>
            </a:r>
          </a:p>
        </p:txBody>
      </p:sp>
      <p:pic>
        <p:nvPicPr>
          <p:cNvPr id="3" name="Picture 2" descr="download.png"/>
          <p:cNvPicPr>
            <a:picLocks noChangeAspect="1"/>
          </p:cNvPicPr>
          <p:nvPr/>
        </p:nvPicPr>
        <p:blipFill>
          <a:blip r:embed="rId2" cstate="print"/>
          <a:srcRect t="24825" b="27895"/>
          <a:stretch>
            <a:fillRect/>
          </a:stretch>
        </p:blipFill>
        <p:spPr>
          <a:xfrm>
            <a:off x="107504" y="2924944"/>
            <a:ext cx="9036496" cy="504056"/>
          </a:xfrm>
          <a:prstGeom prst="rect">
            <a:avLst/>
          </a:prstGeom>
        </p:spPr>
      </p:pic>
      <p:sp>
        <p:nvSpPr>
          <p:cNvPr id="4" name="TextBox 3"/>
          <p:cNvSpPr txBox="1"/>
          <p:nvPr/>
        </p:nvSpPr>
        <p:spPr>
          <a:xfrm>
            <a:off x="179512" y="3645024"/>
            <a:ext cx="7843814" cy="2092881"/>
          </a:xfrm>
          <a:prstGeom prst="rect">
            <a:avLst/>
          </a:prstGeom>
          <a:noFill/>
        </p:spPr>
        <p:txBody>
          <a:bodyPr wrap="none" rtlCol="0">
            <a:spAutoFit/>
          </a:bodyPr>
          <a:lstStyle/>
          <a:p>
            <a:r>
              <a:rPr lang="en-US" b="1" i="1" dirty="0">
                <a:solidFill>
                  <a:srgbClr val="FF0000"/>
                </a:solidFill>
                <a:latin typeface="Arial Narrow" pitchFamily="34" charset="0"/>
              </a:rPr>
              <a:t>📊  </a:t>
            </a:r>
            <a:r>
              <a:rPr lang="en-US" sz="2000" i="1" dirty="0">
                <a:latin typeface="Algerian" pitchFamily="82" charset="0"/>
              </a:rPr>
              <a:t>   </a:t>
            </a:r>
            <a:r>
              <a:rPr lang="en-US" sz="2000" i="1" u="sng" dirty="0">
                <a:latin typeface="Algerian" pitchFamily="82" charset="0"/>
              </a:rPr>
              <a:t>Loading the Dataset</a:t>
            </a:r>
          </a:p>
          <a:p>
            <a:endParaRPr lang="en-US" sz="2000" i="1" u="sng" dirty="0">
              <a:latin typeface="Algerian" pitchFamily="82" charset="0"/>
            </a:endParaRPr>
          </a:p>
          <a:p>
            <a:r>
              <a:rPr lang="en-US" b="1" i="1" dirty="0">
                <a:solidFill>
                  <a:srgbClr val="FF0000"/>
                </a:solidFill>
                <a:latin typeface="Arial Narrow" pitchFamily="34" charset="0"/>
              </a:rPr>
              <a:t>📥</a:t>
            </a:r>
            <a:r>
              <a:rPr lang="en-US" dirty="0"/>
              <a:t>    </a:t>
            </a:r>
            <a:r>
              <a:rPr lang="en-US" b="1" i="1" dirty="0" err="1">
                <a:solidFill>
                  <a:srgbClr val="7030A0"/>
                </a:solidFill>
                <a:latin typeface="Arial Narrow" pitchFamily="34" charset="0"/>
              </a:rPr>
              <a:t>pd.read_csv</a:t>
            </a:r>
            <a:r>
              <a:rPr lang="en-US" b="1" i="1" dirty="0">
                <a:solidFill>
                  <a:srgbClr val="7030A0"/>
                </a:solidFill>
                <a:latin typeface="Arial Narrow" pitchFamily="34" charset="0"/>
              </a:rPr>
              <a:t>() </a:t>
            </a:r>
            <a:r>
              <a:rPr lang="en-US" b="1" i="1" dirty="0">
                <a:latin typeface="Arial Narrow" pitchFamily="34" charset="0"/>
              </a:rPr>
              <a:t>loads the malware_dataset.csv file into the program</a:t>
            </a:r>
          </a:p>
          <a:p>
            <a:r>
              <a:rPr lang="en-US" b="1" i="1" dirty="0">
                <a:solidFill>
                  <a:srgbClr val="FF0000"/>
                </a:solidFill>
                <a:latin typeface="Arial Narrow" pitchFamily="34" charset="0"/>
              </a:rPr>
              <a:t>🧾</a:t>
            </a:r>
            <a:r>
              <a:rPr lang="en-US" b="1" i="1" dirty="0">
                <a:latin typeface="Arial Narrow" pitchFamily="34" charset="0"/>
              </a:rPr>
              <a:t>     The dataset contains input features like </a:t>
            </a:r>
            <a:r>
              <a:rPr lang="en-US" b="1" i="1" dirty="0">
                <a:solidFill>
                  <a:srgbClr val="7030A0"/>
                </a:solidFill>
                <a:latin typeface="Arial Narrow" pitchFamily="34" charset="0"/>
              </a:rPr>
              <a:t>feature1, feature2, feature3</a:t>
            </a:r>
          </a:p>
          <a:p>
            <a:r>
              <a:rPr lang="en-US" b="1" i="1" dirty="0">
                <a:solidFill>
                  <a:srgbClr val="FF0000"/>
                </a:solidFill>
                <a:latin typeface="Arial Narrow" pitchFamily="34" charset="0"/>
              </a:rPr>
              <a:t>🏷</a:t>
            </a:r>
            <a:r>
              <a:rPr lang="en-US" b="1" i="1" dirty="0">
                <a:latin typeface="Arial Narrow" pitchFamily="34" charset="0"/>
              </a:rPr>
              <a:t>     The label column indicates the file type where </a:t>
            </a:r>
            <a:r>
              <a:rPr lang="en-US" b="1" i="1" dirty="0">
                <a:solidFill>
                  <a:srgbClr val="FF0000"/>
                </a:solidFill>
                <a:latin typeface="Arial Narrow" pitchFamily="34" charset="0"/>
              </a:rPr>
              <a:t>1 = Malware </a:t>
            </a:r>
            <a:r>
              <a:rPr lang="en-US" b="1" i="1" dirty="0">
                <a:latin typeface="Arial Narrow" pitchFamily="34" charset="0"/>
              </a:rPr>
              <a:t>and </a:t>
            </a:r>
            <a:r>
              <a:rPr lang="en-US" b="1" i="1" dirty="0">
                <a:solidFill>
                  <a:schemeClr val="accent6">
                    <a:lumMod val="75000"/>
                  </a:schemeClr>
                </a:solidFill>
                <a:latin typeface="Arial Narrow" pitchFamily="34" charset="0"/>
              </a:rPr>
              <a:t>0 = Safe</a:t>
            </a:r>
          </a:p>
          <a:p>
            <a:r>
              <a:rPr lang="en-US" b="1" i="1" dirty="0">
                <a:solidFill>
                  <a:srgbClr val="FF0000"/>
                </a:solidFill>
                <a:latin typeface="Arial Narrow" pitchFamily="34" charset="0"/>
              </a:rPr>
              <a:t>🖨</a:t>
            </a:r>
            <a:r>
              <a:rPr lang="en-US" b="1" i="1" dirty="0">
                <a:latin typeface="Arial Narrow" pitchFamily="34" charset="0"/>
              </a:rPr>
              <a:t>     </a:t>
            </a:r>
            <a:r>
              <a:rPr lang="en-US" b="1" i="1" dirty="0">
                <a:solidFill>
                  <a:srgbClr val="7030A0"/>
                </a:solidFill>
                <a:latin typeface="Arial Narrow" pitchFamily="34" charset="0"/>
              </a:rPr>
              <a:t>print(data) </a:t>
            </a:r>
            <a:r>
              <a:rPr lang="en-US" b="1" i="1" dirty="0">
                <a:latin typeface="Arial Narrow" pitchFamily="34" charset="0"/>
              </a:rPr>
              <a:t>displays the dataset content so the user can verify the loaded data</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7" presetClass="entr" presetSubtype="0" fill="hold" nodeType="clickEffect">
                                  <p:stCondLst>
                                    <p:cond delay="0"/>
                                  </p:stCondLst>
                                  <p:iterate type="lt">
                                    <p:tmPct val="50000"/>
                                  </p:iterate>
                                  <p:childTnLst>
                                    <p:set>
                                      <p:cBhvr>
                                        <p:cTn id="11" dur="1" fill="hold">
                                          <p:stCondLst>
                                            <p:cond delay="0"/>
                                          </p:stCondLst>
                                        </p:cTn>
                                        <p:tgtEl>
                                          <p:spTgt spid="2">
                                            <p:txEl>
                                              <p:pRg st="2" end="2"/>
                                            </p:txEl>
                                          </p:spTgt>
                                        </p:tgtEl>
                                        <p:attrNameLst>
                                          <p:attrName>style.visibility</p:attrName>
                                        </p:attrNameLst>
                                      </p:cBhvr>
                                      <p:to>
                                        <p:strVal val="visible"/>
                                      </p:to>
                                    </p:set>
                                    <p:anim calcmode="discrete" valueType="clr">
                                      <p:cBhvr override="childStyle">
                                        <p:cTn id="12" dur="80"/>
                                        <p:tgtEl>
                                          <p:spTgt spid="2">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2">
                                            <p:txEl>
                                              <p:pRg st="2" end="2"/>
                                            </p:txEl>
                                          </p:spTgt>
                                        </p:tgtEl>
                                        <p:attrNameLst>
                                          <p:attrName>fillcolor</p:attrName>
                                        </p:attrNameLst>
                                      </p:cBhvr>
                                      <p:tavLst>
                                        <p:tav tm="0">
                                          <p:val>
                                            <p:clrVal>
                                              <a:schemeClr val="accent2"/>
                                            </p:clrVal>
                                          </p:val>
                                        </p:tav>
                                        <p:tav tm="50000">
                                          <p:val>
                                            <p:clrVal>
                                              <a:schemeClr val="hlink"/>
                                            </p:clrVal>
                                          </p:val>
                                        </p:tav>
                                      </p:tavLst>
                                    </p:anim>
                                    <p:set>
                                      <p:cBhvr>
                                        <p:cTn id="14" dur="80"/>
                                        <p:tgtEl>
                                          <p:spTgt spid="2">
                                            <p:txEl>
                                              <p:pRg st="2" end="2"/>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27" presetClass="entr" presetSubtype="0" fill="hold" nodeType="clickEffect">
                                  <p:stCondLst>
                                    <p:cond delay="0"/>
                                  </p:stCondLst>
                                  <p:iterate type="lt">
                                    <p:tmPct val="50000"/>
                                  </p:iterate>
                                  <p:childTnLst>
                                    <p:set>
                                      <p:cBhvr>
                                        <p:cTn id="18" dur="1" fill="hold">
                                          <p:stCondLst>
                                            <p:cond delay="0"/>
                                          </p:stCondLst>
                                        </p:cTn>
                                        <p:tgtEl>
                                          <p:spTgt spid="2">
                                            <p:txEl>
                                              <p:pRg st="3" end="3"/>
                                            </p:txEl>
                                          </p:spTgt>
                                        </p:tgtEl>
                                        <p:attrNameLst>
                                          <p:attrName>style.visibility</p:attrName>
                                        </p:attrNameLst>
                                      </p:cBhvr>
                                      <p:to>
                                        <p:strVal val="visible"/>
                                      </p:to>
                                    </p:set>
                                    <p:anim calcmode="discrete" valueType="clr">
                                      <p:cBhvr override="childStyle">
                                        <p:cTn id="19" dur="80"/>
                                        <p:tgtEl>
                                          <p:spTgt spid="2">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0" dur="80"/>
                                        <p:tgtEl>
                                          <p:spTgt spid="2">
                                            <p:txEl>
                                              <p:pRg st="3" end="3"/>
                                            </p:txEl>
                                          </p:spTgt>
                                        </p:tgtEl>
                                        <p:attrNameLst>
                                          <p:attrName>fillcolor</p:attrName>
                                        </p:attrNameLst>
                                      </p:cBhvr>
                                      <p:tavLst>
                                        <p:tav tm="0">
                                          <p:val>
                                            <p:clrVal>
                                              <a:schemeClr val="accent2"/>
                                            </p:clrVal>
                                          </p:val>
                                        </p:tav>
                                        <p:tav tm="50000">
                                          <p:val>
                                            <p:clrVal>
                                              <a:schemeClr val="hlink"/>
                                            </p:clrVal>
                                          </p:val>
                                        </p:tav>
                                      </p:tavLst>
                                    </p:anim>
                                    <p:set>
                                      <p:cBhvr>
                                        <p:cTn id="21" dur="80"/>
                                        <p:tgtEl>
                                          <p:spTgt spid="2">
                                            <p:txEl>
                                              <p:pRg st="3" end="3"/>
                                            </p:txEl>
                                          </p:spTgt>
                                        </p:tgtEl>
                                        <p:attrNameLst>
                                          <p:attrName>fill.type</p:attrName>
                                        </p:attrNameLst>
                                      </p:cBhvr>
                                      <p:to>
                                        <p:strVal val="solid"/>
                                      </p:to>
                                    </p:set>
                                  </p:childTnLst>
                                </p:cTn>
                              </p:par>
                            </p:childTnLst>
                          </p:cTn>
                        </p:par>
                      </p:childTnLst>
                    </p:cTn>
                  </p:par>
                  <p:par>
                    <p:cTn id="22" fill="hold">
                      <p:stCondLst>
                        <p:cond delay="indefinite"/>
                      </p:stCondLst>
                      <p:childTnLst>
                        <p:par>
                          <p:cTn id="23" fill="hold">
                            <p:stCondLst>
                              <p:cond delay="0"/>
                            </p:stCondLst>
                            <p:childTnLst>
                              <p:par>
                                <p:cTn id="24" presetID="27" presetClass="entr" presetSubtype="0" fill="hold" nodeType="clickEffect">
                                  <p:stCondLst>
                                    <p:cond delay="0"/>
                                  </p:stCondLst>
                                  <p:iterate type="lt">
                                    <p:tmPct val="50000"/>
                                  </p:iterate>
                                  <p:childTnLst>
                                    <p:set>
                                      <p:cBhvr>
                                        <p:cTn id="25" dur="1" fill="hold">
                                          <p:stCondLst>
                                            <p:cond delay="0"/>
                                          </p:stCondLst>
                                        </p:cTn>
                                        <p:tgtEl>
                                          <p:spTgt spid="2">
                                            <p:txEl>
                                              <p:pRg st="4" end="4"/>
                                            </p:txEl>
                                          </p:spTgt>
                                        </p:tgtEl>
                                        <p:attrNameLst>
                                          <p:attrName>style.visibility</p:attrName>
                                        </p:attrNameLst>
                                      </p:cBhvr>
                                      <p:to>
                                        <p:strVal val="visible"/>
                                      </p:to>
                                    </p:set>
                                    <p:anim calcmode="discrete" valueType="clr">
                                      <p:cBhvr override="childStyle">
                                        <p:cTn id="26" dur="80"/>
                                        <p:tgtEl>
                                          <p:spTgt spid="2">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7" dur="80"/>
                                        <p:tgtEl>
                                          <p:spTgt spid="2">
                                            <p:txEl>
                                              <p:pRg st="4" end="4"/>
                                            </p:txEl>
                                          </p:spTgt>
                                        </p:tgtEl>
                                        <p:attrNameLst>
                                          <p:attrName>fillcolor</p:attrName>
                                        </p:attrNameLst>
                                      </p:cBhvr>
                                      <p:tavLst>
                                        <p:tav tm="0">
                                          <p:val>
                                            <p:clrVal>
                                              <a:schemeClr val="accent2"/>
                                            </p:clrVal>
                                          </p:val>
                                        </p:tav>
                                        <p:tav tm="50000">
                                          <p:val>
                                            <p:clrVal>
                                              <a:schemeClr val="hlink"/>
                                            </p:clrVal>
                                          </p:val>
                                        </p:tav>
                                      </p:tavLst>
                                    </p:anim>
                                    <p:set>
                                      <p:cBhvr>
                                        <p:cTn id="28" dur="80"/>
                                        <p:tgtEl>
                                          <p:spTgt spid="2">
                                            <p:txEl>
                                              <p:pRg st="4" end="4"/>
                                            </p:txEl>
                                          </p:spTgt>
                                        </p:tgtEl>
                                        <p:attrNameLst>
                                          <p:attrName>fill.type</p:attrName>
                                        </p:attrNameLst>
                                      </p:cBhvr>
                                      <p:to>
                                        <p:strVal val="solid"/>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2">
                                            <p:txEl>
                                              <p:pRg st="5" end="5"/>
                                            </p:txEl>
                                          </p:spTgt>
                                        </p:tgtEl>
                                        <p:attrNameLst>
                                          <p:attrName>style.visibility</p:attrName>
                                        </p:attrNameLst>
                                      </p:cBhvr>
                                      <p:to>
                                        <p:strVal val="visible"/>
                                      </p:to>
                                    </p:set>
                                    <p:animEffect transition="in" filter="wipe(down)">
                                      <p:cBhvr>
                                        <p:cTn id="33" dur="500"/>
                                        <p:tgtEl>
                                          <p:spTgt spid="2">
                                            <p:txEl>
                                              <p:pRg st="5" end="5"/>
                                            </p:txEl>
                                          </p:spTgt>
                                        </p:tgtEl>
                                      </p:cBhvr>
                                    </p:animEffect>
                                  </p:childTnLst>
                                </p:cTn>
                              </p:par>
                              <p:par>
                                <p:cTn id="34" presetID="22" presetClass="entr" presetSubtype="4" fill="hold" nodeType="withEffect">
                                  <p:stCondLst>
                                    <p:cond delay="0"/>
                                  </p:stCondLst>
                                  <p:childTnLst>
                                    <p:set>
                                      <p:cBhvr>
                                        <p:cTn id="35" dur="1" fill="hold">
                                          <p:stCondLst>
                                            <p:cond delay="0"/>
                                          </p:stCondLst>
                                        </p:cTn>
                                        <p:tgtEl>
                                          <p:spTgt spid="2">
                                            <p:txEl>
                                              <p:pRg st="6" end="6"/>
                                            </p:txEl>
                                          </p:spTgt>
                                        </p:tgtEl>
                                        <p:attrNameLst>
                                          <p:attrName>style.visibility</p:attrName>
                                        </p:attrNameLst>
                                      </p:cBhvr>
                                      <p:to>
                                        <p:strVal val="visible"/>
                                      </p:to>
                                    </p:set>
                                    <p:animEffect transition="in" filter="wipe(down)">
                                      <p:cBhvr>
                                        <p:cTn id="36" dur="500"/>
                                        <p:tgtEl>
                                          <p:spTgt spid="2">
                                            <p:txEl>
                                              <p:pRg st="6" end="6"/>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7" presetClass="entr" presetSubtype="0" fill="hold" nodeType="clickEffect">
                                  <p:stCondLst>
                                    <p:cond delay="0"/>
                                  </p:stCondLst>
                                  <p:iterate type="lt">
                                    <p:tmPct val="50000"/>
                                  </p:iterate>
                                  <p:childTnLst>
                                    <p:set>
                                      <p:cBhvr>
                                        <p:cTn id="40" dur="1" fill="hold">
                                          <p:stCondLst>
                                            <p:cond delay="0"/>
                                          </p:stCondLst>
                                        </p:cTn>
                                        <p:tgtEl>
                                          <p:spTgt spid="2">
                                            <p:txEl>
                                              <p:pRg st="7" end="7"/>
                                            </p:txEl>
                                          </p:spTgt>
                                        </p:tgtEl>
                                        <p:attrNameLst>
                                          <p:attrName>style.visibility</p:attrName>
                                        </p:attrNameLst>
                                      </p:cBhvr>
                                      <p:to>
                                        <p:strVal val="visible"/>
                                      </p:to>
                                    </p:set>
                                    <p:anim calcmode="discrete" valueType="clr">
                                      <p:cBhvr override="childStyle">
                                        <p:cTn id="41" dur="80"/>
                                        <p:tgtEl>
                                          <p:spTgt spid="2">
                                            <p:txEl>
                                              <p:pRg st="7" end="7"/>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2" dur="80"/>
                                        <p:tgtEl>
                                          <p:spTgt spid="2">
                                            <p:txEl>
                                              <p:pRg st="7" end="7"/>
                                            </p:txEl>
                                          </p:spTgt>
                                        </p:tgtEl>
                                        <p:attrNameLst>
                                          <p:attrName>fillcolor</p:attrName>
                                        </p:attrNameLst>
                                      </p:cBhvr>
                                      <p:tavLst>
                                        <p:tav tm="0">
                                          <p:val>
                                            <p:clrVal>
                                              <a:schemeClr val="accent2"/>
                                            </p:clrVal>
                                          </p:val>
                                        </p:tav>
                                        <p:tav tm="50000">
                                          <p:val>
                                            <p:clrVal>
                                              <a:schemeClr val="hlink"/>
                                            </p:clrVal>
                                          </p:val>
                                        </p:tav>
                                      </p:tavLst>
                                    </p:anim>
                                    <p:set>
                                      <p:cBhvr>
                                        <p:cTn id="43" dur="80"/>
                                        <p:tgtEl>
                                          <p:spTgt spid="2">
                                            <p:txEl>
                                              <p:pRg st="7" end="7"/>
                                            </p:txEl>
                                          </p:spTgt>
                                        </p:tgtEl>
                                        <p:attrNameLst>
                                          <p:attrName>fill.type</p:attrName>
                                        </p:attrNameLst>
                                      </p:cBhvr>
                                      <p:to>
                                        <p:strVal val="solid"/>
                                      </p:to>
                                    </p:set>
                                  </p:childTnLst>
                                </p:cTn>
                              </p:par>
                              <p:par>
                                <p:cTn id="44" presetID="27" presetClass="entr" presetSubtype="0" fill="hold" nodeType="withEffect">
                                  <p:stCondLst>
                                    <p:cond delay="0"/>
                                  </p:stCondLst>
                                  <p:iterate type="lt">
                                    <p:tmPct val="50000"/>
                                  </p:iterate>
                                  <p:childTnLst>
                                    <p:set>
                                      <p:cBhvr>
                                        <p:cTn id="45" dur="1" fill="hold">
                                          <p:stCondLst>
                                            <p:cond delay="0"/>
                                          </p:stCondLst>
                                        </p:cTn>
                                        <p:tgtEl>
                                          <p:spTgt spid="2">
                                            <p:txEl>
                                              <p:pRg st="8" end="8"/>
                                            </p:txEl>
                                          </p:spTgt>
                                        </p:tgtEl>
                                        <p:attrNameLst>
                                          <p:attrName>style.visibility</p:attrName>
                                        </p:attrNameLst>
                                      </p:cBhvr>
                                      <p:to>
                                        <p:strVal val="visible"/>
                                      </p:to>
                                    </p:set>
                                    <p:anim calcmode="discrete" valueType="clr">
                                      <p:cBhvr override="childStyle">
                                        <p:cTn id="46" dur="80"/>
                                        <p:tgtEl>
                                          <p:spTgt spid="2">
                                            <p:txEl>
                                              <p:pRg st="8" end="8"/>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7" dur="80"/>
                                        <p:tgtEl>
                                          <p:spTgt spid="2">
                                            <p:txEl>
                                              <p:pRg st="8" end="8"/>
                                            </p:txEl>
                                          </p:spTgt>
                                        </p:tgtEl>
                                        <p:attrNameLst>
                                          <p:attrName>fillcolor</p:attrName>
                                        </p:attrNameLst>
                                      </p:cBhvr>
                                      <p:tavLst>
                                        <p:tav tm="0">
                                          <p:val>
                                            <p:clrVal>
                                              <a:schemeClr val="accent2"/>
                                            </p:clrVal>
                                          </p:val>
                                        </p:tav>
                                        <p:tav tm="50000">
                                          <p:val>
                                            <p:clrVal>
                                              <a:schemeClr val="hlink"/>
                                            </p:clrVal>
                                          </p:val>
                                        </p:tav>
                                      </p:tavLst>
                                    </p:anim>
                                    <p:set>
                                      <p:cBhvr>
                                        <p:cTn id="48" dur="80"/>
                                        <p:tgtEl>
                                          <p:spTgt spid="2">
                                            <p:txEl>
                                              <p:pRg st="8" end="8"/>
                                            </p:txEl>
                                          </p:spTgt>
                                        </p:tgtEl>
                                        <p:attrNameLst>
                                          <p:attrName>fill.type</p:attrName>
                                        </p:attrNameLst>
                                      </p:cBhvr>
                                      <p:to>
                                        <p:strVal val="solid"/>
                                      </p:to>
                                    </p:se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4">
                                            <p:txEl>
                                              <p:pRg st="0" end="0"/>
                                            </p:txEl>
                                          </p:spTgt>
                                        </p:tgtEl>
                                        <p:attrNameLst>
                                          <p:attrName>style.visibility</p:attrName>
                                        </p:attrNameLst>
                                      </p:cBhvr>
                                      <p:to>
                                        <p:strVal val="visible"/>
                                      </p:to>
                                    </p:set>
                                    <p:animEffect transition="in" filter="blinds(horizontal)">
                                      <p:cBhvr>
                                        <p:cTn id="53" dur="500"/>
                                        <p:tgtEl>
                                          <p:spTgt spid="4">
                                            <p:txEl>
                                              <p:pRg st="0" end="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7" presetClass="entr" presetSubtype="0" fill="hold" nodeType="clickEffect">
                                  <p:stCondLst>
                                    <p:cond delay="0"/>
                                  </p:stCondLst>
                                  <p:iterate type="lt">
                                    <p:tmPct val="50000"/>
                                  </p:iterate>
                                  <p:childTnLst>
                                    <p:set>
                                      <p:cBhvr>
                                        <p:cTn id="57" dur="1" fill="hold">
                                          <p:stCondLst>
                                            <p:cond delay="0"/>
                                          </p:stCondLst>
                                        </p:cTn>
                                        <p:tgtEl>
                                          <p:spTgt spid="4">
                                            <p:txEl>
                                              <p:pRg st="2" end="2"/>
                                            </p:txEl>
                                          </p:spTgt>
                                        </p:tgtEl>
                                        <p:attrNameLst>
                                          <p:attrName>style.visibility</p:attrName>
                                        </p:attrNameLst>
                                      </p:cBhvr>
                                      <p:to>
                                        <p:strVal val="visible"/>
                                      </p:to>
                                    </p:set>
                                    <p:anim calcmode="discrete" valueType="clr">
                                      <p:cBhvr override="childStyle">
                                        <p:cTn id="58" dur="80"/>
                                        <p:tgtEl>
                                          <p:spTgt spid="4">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9" dur="80"/>
                                        <p:tgtEl>
                                          <p:spTgt spid="4">
                                            <p:txEl>
                                              <p:pRg st="2" end="2"/>
                                            </p:txEl>
                                          </p:spTgt>
                                        </p:tgtEl>
                                        <p:attrNameLst>
                                          <p:attrName>fillcolor</p:attrName>
                                        </p:attrNameLst>
                                      </p:cBhvr>
                                      <p:tavLst>
                                        <p:tav tm="0">
                                          <p:val>
                                            <p:clrVal>
                                              <a:schemeClr val="accent2"/>
                                            </p:clrVal>
                                          </p:val>
                                        </p:tav>
                                        <p:tav tm="50000">
                                          <p:val>
                                            <p:clrVal>
                                              <a:schemeClr val="hlink"/>
                                            </p:clrVal>
                                          </p:val>
                                        </p:tav>
                                      </p:tavLst>
                                    </p:anim>
                                    <p:set>
                                      <p:cBhvr>
                                        <p:cTn id="60" dur="80"/>
                                        <p:tgtEl>
                                          <p:spTgt spid="4">
                                            <p:txEl>
                                              <p:pRg st="2" end="2"/>
                                            </p:txEl>
                                          </p:spTgt>
                                        </p:tgtEl>
                                        <p:attrNameLst>
                                          <p:attrName>fill.type</p:attrName>
                                        </p:attrNameLst>
                                      </p:cBhvr>
                                      <p:to>
                                        <p:strVal val="solid"/>
                                      </p:to>
                                    </p:set>
                                  </p:childTnLst>
                                </p:cTn>
                              </p:par>
                            </p:childTnLst>
                          </p:cTn>
                        </p:par>
                      </p:childTnLst>
                    </p:cTn>
                  </p:par>
                  <p:par>
                    <p:cTn id="61" fill="hold">
                      <p:stCondLst>
                        <p:cond delay="indefinite"/>
                      </p:stCondLst>
                      <p:childTnLst>
                        <p:par>
                          <p:cTn id="62" fill="hold">
                            <p:stCondLst>
                              <p:cond delay="0"/>
                            </p:stCondLst>
                            <p:childTnLst>
                              <p:par>
                                <p:cTn id="63" presetID="27" presetClass="entr" presetSubtype="0" fill="hold" nodeType="clickEffect">
                                  <p:stCondLst>
                                    <p:cond delay="0"/>
                                  </p:stCondLst>
                                  <p:iterate type="lt">
                                    <p:tmPct val="50000"/>
                                  </p:iterate>
                                  <p:childTnLst>
                                    <p:set>
                                      <p:cBhvr>
                                        <p:cTn id="64" dur="1" fill="hold">
                                          <p:stCondLst>
                                            <p:cond delay="0"/>
                                          </p:stCondLst>
                                        </p:cTn>
                                        <p:tgtEl>
                                          <p:spTgt spid="4">
                                            <p:txEl>
                                              <p:pRg st="3" end="3"/>
                                            </p:txEl>
                                          </p:spTgt>
                                        </p:tgtEl>
                                        <p:attrNameLst>
                                          <p:attrName>style.visibility</p:attrName>
                                        </p:attrNameLst>
                                      </p:cBhvr>
                                      <p:to>
                                        <p:strVal val="visible"/>
                                      </p:to>
                                    </p:set>
                                    <p:anim calcmode="discrete" valueType="clr">
                                      <p:cBhvr override="childStyle">
                                        <p:cTn id="65" dur="80"/>
                                        <p:tgtEl>
                                          <p:spTgt spid="4">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66" dur="80"/>
                                        <p:tgtEl>
                                          <p:spTgt spid="4">
                                            <p:txEl>
                                              <p:pRg st="3" end="3"/>
                                            </p:txEl>
                                          </p:spTgt>
                                        </p:tgtEl>
                                        <p:attrNameLst>
                                          <p:attrName>fillcolor</p:attrName>
                                        </p:attrNameLst>
                                      </p:cBhvr>
                                      <p:tavLst>
                                        <p:tav tm="0">
                                          <p:val>
                                            <p:clrVal>
                                              <a:schemeClr val="accent2"/>
                                            </p:clrVal>
                                          </p:val>
                                        </p:tav>
                                        <p:tav tm="50000">
                                          <p:val>
                                            <p:clrVal>
                                              <a:schemeClr val="hlink"/>
                                            </p:clrVal>
                                          </p:val>
                                        </p:tav>
                                      </p:tavLst>
                                    </p:anim>
                                    <p:set>
                                      <p:cBhvr>
                                        <p:cTn id="67" dur="80"/>
                                        <p:tgtEl>
                                          <p:spTgt spid="4">
                                            <p:txEl>
                                              <p:pRg st="3" end="3"/>
                                            </p:txEl>
                                          </p:spTgt>
                                        </p:tgtEl>
                                        <p:attrNameLst>
                                          <p:attrName>fill.type</p:attrName>
                                        </p:attrNameLst>
                                      </p:cBhvr>
                                      <p:to>
                                        <p:strVal val="solid"/>
                                      </p:to>
                                    </p:set>
                                  </p:childTnLst>
                                </p:cTn>
                              </p:par>
                            </p:childTnLst>
                          </p:cTn>
                        </p:par>
                      </p:childTnLst>
                    </p:cTn>
                  </p:par>
                  <p:par>
                    <p:cTn id="68" fill="hold">
                      <p:stCondLst>
                        <p:cond delay="indefinite"/>
                      </p:stCondLst>
                      <p:childTnLst>
                        <p:par>
                          <p:cTn id="69" fill="hold">
                            <p:stCondLst>
                              <p:cond delay="0"/>
                            </p:stCondLst>
                            <p:childTnLst>
                              <p:par>
                                <p:cTn id="70" presetID="27" presetClass="entr" presetSubtype="0" fill="hold" nodeType="clickEffect">
                                  <p:stCondLst>
                                    <p:cond delay="0"/>
                                  </p:stCondLst>
                                  <p:iterate type="lt">
                                    <p:tmPct val="50000"/>
                                  </p:iterate>
                                  <p:childTnLst>
                                    <p:set>
                                      <p:cBhvr>
                                        <p:cTn id="71" dur="1" fill="hold">
                                          <p:stCondLst>
                                            <p:cond delay="0"/>
                                          </p:stCondLst>
                                        </p:cTn>
                                        <p:tgtEl>
                                          <p:spTgt spid="4">
                                            <p:txEl>
                                              <p:pRg st="4" end="4"/>
                                            </p:txEl>
                                          </p:spTgt>
                                        </p:tgtEl>
                                        <p:attrNameLst>
                                          <p:attrName>style.visibility</p:attrName>
                                        </p:attrNameLst>
                                      </p:cBhvr>
                                      <p:to>
                                        <p:strVal val="visible"/>
                                      </p:to>
                                    </p:set>
                                    <p:anim calcmode="discrete" valueType="clr">
                                      <p:cBhvr override="childStyle">
                                        <p:cTn id="72" dur="80"/>
                                        <p:tgtEl>
                                          <p:spTgt spid="4">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73" dur="80"/>
                                        <p:tgtEl>
                                          <p:spTgt spid="4">
                                            <p:txEl>
                                              <p:pRg st="4" end="4"/>
                                            </p:txEl>
                                          </p:spTgt>
                                        </p:tgtEl>
                                        <p:attrNameLst>
                                          <p:attrName>fillcolor</p:attrName>
                                        </p:attrNameLst>
                                      </p:cBhvr>
                                      <p:tavLst>
                                        <p:tav tm="0">
                                          <p:val>
                                            <p:clrVal>
                                              <a:schemeClr val="accent2"/>
                                            </p:clrVal>
                                          </p:val>
                                        </p:tav>
                                        <p:tav tm="50000">
                                          <p:val>
                                            <p:clrVal>
                                              <a:schemeClr val="hlink"/>
                                            </p:clrVal>
                                          </p:val>
                                        </p:tav>
                                      </p:tavLst>
                                    </p:anim>
                                    <p:set>
                                      <p:cBhvr>
                                        <p:cTn id="74" dur="80"/>
                                        <p:tgtEl>
                                          <p:spTgt spid="4">
                                            <p:txEl>
                                              <p:pRg st="4" end="4"/>
                                            </p:txEl>
                                          </p:spTgt>
                                        </p:tgtEl>
                                        <p:attrNameLst>
                                          <p:attrName>fill.type</p:attrName>
                                        </p:attrNameLst>
                                      </p:cBhvr>
                                      <p:to>
                                        <p:strVal val="solid"/>
                                      </p:to>
                                    </p:set>
                                  </p:childTnLst>
                                </p:cTn>
                              </p:par>
                            </p:childTnLst>
                          </p:cTn>
                        </p:par>
                      </p:childTnLst>
                    </p:cTn>
                  </p:par>
                  <p:par>
                    <p:cTn id="75" fill="hold">
                      <p:stCondLst>
                        <p:cond delay="indefinite"/>
                      </p:stCondLst>
                      <p:childTnLst>
                        <p:par>
                          <p:cTn id="76" fill="hold">
                            <p:stCondLst>
                              <p:cond delay="0"/>
                            </p:stCondLst>
                            <p:childTnLst>
                              <p:par>
                                <p:cTn id="77" presetID="27" presetClass="entr" presetSubtype="0" fill="hold" nodeType="clickEffect">
                                  <p:stCondLst>
                                    <p:cond delay="0"/>
                                  </p:stCondLst>
                                  <p:iterate type="lt">
                                    <p:tmPct val="50000"/>
                                  </p:iterate>
                                  <p:childTnLst>
                                    <p:set>
                                      <p:cBhvr>
                                        <p:cTn id="78" dur="1" fill="hold">
                                          <p:stCondLst>
                                            <p:cond delay="0"/>
                                          </p:stCondLst>
                                        </p:cTn>
                                        <p:tgtEl>
                                          <p:spTgt spid="4">
                                            <p:txEl>
                                              <p:pRg st="5" end="5"/>
                                            </p:txEl>
                                          </p:spTgt>
                                        </p:tgtEl>
                                        <p:attrNameLst>
                                          <p:attrName>style.visibility</p:attrName>
                                        </p:attrNameLst>
                                      </p:cBhvr>
                                      <p:to>
                                        <p:strVal val="visible"/>
                                      </p:to>
                                    </p:set>
                                    <p:anim calcmode="discrete" valueType="clr">
                                      <p:cBhvr override="childStyle">
                                        <p:cTn id="79" dur="80"/>
                                        <p:tgtEl>
                                          <p:spTgt spid="4">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0" dur="80"/>
                                        <p:tgtEl>
                                          <p:spTgt spid="4">
                                            <p:txEl>
                                              <p:pRg st="5" end="5"/>
                                            </p:txEl>
                                          </p:spTgt>
                                        </p:tgtEl>
                                        <p:attrNameLst>
                                          <p:attrName>fillcolor</p:attrName>
                                        </p:attrNameLst>
                                      </p:cBhvr>
                                      <p:tavLst>
                                        <p:tav tm="0">
                                          <p:val>
                                            <p:clrVal>
                                              <a:schemeClr val="accent2"/>
                                            </p:clrVal>
                                          </p:val>
                                        </p:tav>
                                        <p:tav tm="50000">
                                          <p:val>
                                            <p:clrVal>
                                              <a:schemeClr val="hlink"/>
                                            </p:clrVal>
                                          </p:val>
                                        </p:tav>
                                      </p:tavLst>
                                    </p:anim>
                                    <p:set>
                                      <p:cBhvr>
                                        <p:cTn id="81" dur="80"/>
                                        <p:tgtEl>
                                          <p:spTgt spid="4">
                                            <p:txEl>
                                              <p:pRg st="5" end="5"/>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88640"/>
            <a:ext cx="8847935" cy="2893100"/>
          </a:xfrm>
          <a:prstGeom prst="rect">
            <a:avLst/>
          </a:prstGeom>
          <a:noFill/>
        </p:spPr>
        <p:txBody>
          <a:bodyPr wrap="square" rtlCol="0">
            <a:spAutoFit/>
          </a:bodyPr>
          <a:lstStyle/>
          <a:p>
            <a:r>
              <a:rPr lang="en-US" b="1" i="1" dirty="0">
                <a:solidFill>
                  <a:srgbClr val="FF0000"/>
                </a:solidFill>
                <a:latin typeface="Arial Narrow" pitchFamily="34" charset="0"/>
              </a:rPr>
              <a:t>✂</a:t>
            </a:r>
            <a:r>
              <a:rPr lang="en-US" b="1" i="1" dirty="0">
                <a:latin typeface="Arial Narrow" pitchFamily="34" charset="0"/>
              </a:rPr>
              <a:t>  </a:t>
            </a:r>
            <a:r>
              <a:rPr lang="en-US" sz="2000" b="1" i="1" u="sng" dirty="0">
                <a:solidFill>
                  <a:schemeClr val="tx2">
                    <a:lumMod val="90000"/>
                  </a:schemeClr>
                </a:solidFill>
                <a:latin typeface="Algerian" pitchFamily="82" charset="0"/>
              </a:rPr>
              <a:t>Data Splitting </a:t>
            </a:r>
            <a:r>
              <a:rPr lang="en-US" b="1" i="1" dirty="0">
                <a:latin typeface="Arial Narrow" pitchFamily="34" charset="0"/>
              </a:rPr>
              <a:t>:divides the dataset so the ML model can learn and be tested properly</a:t>
            </a:r>
          </a:p>
          <a:p>
            <a:r>
              <a:rPr lang="en-US" b="1" i="1" dirty="0">
                <a:solidFill>
                  <a:srgbClr val="FF0000"/>
                </a:solidFill>
                <a:latin typeface="Arial Narrow" pitchFamily="34" charset="0"/>
              </a:rPr>
              <a:t>📥</a:t>
            </a:r>
            <a:r>
              <a:rPr lang="en-US" b="1" i="1" dirty="0">
                <a:latin typeface="Arial Narrow" pitchFamily="34" charset="0"/>
              </a:rPr>
              <a:t> </a:t>
            </a:r>
            <a:r>
              <a:rPr lang="en-US" b="1" i="1" dirty="0">
                <a:solidFill>
                  <a:srgbClr val="7030A0"/>
                </a:solidFill>
                <a:latin typeface="Arial Narrow" pitchFamily="34" charset="0"/>
              </a:rPr>
              <a:t>X = </a:t>
            </a:r>
            <a:r>
              <a:rPr lang="en-US" b="1" i="1" dirty="0" err="1">
                <a:solidFill>
                  <a:srgbClr val="7030A0"/>
                </a:solidFill>
                <a:latin typeface="Arial Narrow" pitchFamily="34" charset="0"/>
              </a:rPr>
              <a:t>data.drop</a:t>
            </a:r>
            <a:r>
              <a:rPr lang="en-US" b="1" i="1" dirty="0">
                <a:solidFill>
                  <a:srgbClr val="7030A0"/>
                </a:solidFill>
                <a:latin typeface="Arial Narrow" pitchFamily="34" charset="0"/>
              </a:rPr>
              <a:t>("label") </a:t>
            </a:r>
            <a:r>
              <a:rPr lang="en-US" b="1" i="1" dirty="0">
                <a:latin typeface="Arial Narrow" pitchFamily="34" charset="0"/>
              </a:rPr>
              <a:t>separates all input features from the dataset</a:t>
            </a:r>
          </a:p>
          <a:p>
            <a:r>
              <a:rPr lang="en-US" b="1" i="1" dirty="0">
                <a:solidFill>
                  <a:srgbClr val="FF0000"/>
                </a:solidFill>
                <a:latin typeface="Arial Narrow" pitchFamily="34" charset="0"/>
              </a:rPr>
              <a:t>🎯</a:t>
            </a:r>
            <a:r>
              <a:rPr lang="en-US" b="1" i="1" dirty="0">
                <a:latin typeface="Arial Narrow" pitchFamily="34" charset="0"/>
              </a:rPr>
              <a:t> </a:t>
            </a:r>
            <a:r>
              <a:rPr lang="en-US" b="1" i="1" dirty="0">
                <a:solidFill>
                  <a:srgbClr val="7030A0"/>
                </a:solidFill>
                <a:latin typeface="Arial Narrow" pitchFamily="34" charset="0"/>
              </a:rPr>
              <a:t>y = data["label"] </a:t>
            </a:r>
            <a:r>
              <a:rPr lang="en-US" b="1" i="1" dirty="0">
                <a:latin typeface="Arial Narrow" pitchFamily="34" charset="0"/>
              </a:rPr>
              <a:t>stores the target output where 1 = Malware and 0 = Safe</a:t>
            </a:r>
          </a:p>
          <a:p>
            <a:r>
              <a:rPr lang="en-US" b="1" i="1" dirty="0">
                <a:solidFill>
                  <a:srgbClr val="FF0000"/>
                </a:solidFill>
                <a:latin typeface="Arial Narrow" pitchFamily="34" charset="0"/>
              </a:rPr>
              <a:t>🔀</a:t>
            </a:r>
            <a:r>
              <a:rPr lang="en-US" b="1" i="1" dirty="0">
                <a:latin typeface="Arial Narrow" pitchFamily="34" charset="0"/>
              </a:rPr>
              <a:t> </a:t>
            </a:r>
            <a:r>
              <a:rPr lang="en-US" b="1" i="1" dirty="0" err="1">
                <a:solidFill>
                  <a:srgbClr val="7030A0"/>
                </a:solidFill>
                <a:latin typeface="Arial Narrow" pitchFamily="34" charset="0"/>
              </a:rPr>
              <a:t>train_test_split</a:t>
            </a:r>
            <a:r>
              <a:rPr lang="en-US" b="1" i="1" dirty="0">
                <a:solidFill>
                  <a:srgbClr val="7030A0"/>
                </a:solidFill>
                <a:latin typeface="Arial Narrow" pitchFamily="34" charset="0"/>
              </a:rPr>
              <a:t>() </a:t>
            </a:r>
            <a:r>
              <a:rPr lang="en-US" b="1" i="1" dirty="0">
                <a:latin typeface="Arial Narrow" pitchFamily="34" charset="0"/>
              </a:rPr>
              <a:t>is used to split the data into two parts</a:t>
            </a:r>
          </a:p>
          <a:p>
            <a:r>
              <a:rPr lang="en-US" b="1" i="1" dirty="0">
                <a:solidFill>
                  <a:srgbClr val="FF0000"/>
                </a:solidFill>
                <a:latin typeface="Arial Narrow" pitchFamily="34" charset="0"/>
              </a:rPr>
              <a:t>🧠</a:t>
            </a:r>
            <a:r>
              <a:rPr lang="en-US" b="1" i="1" dirty="0">
                <a:latin typeface="Arial Narrow" pitchFamily="34" charset="0"/>
              </a:rPr>
              <a:t> </a:t>
            </a:r>
            <a:r>
              <a:rPr lang="en-US" b="1" i="1" dirty="0">
                <a:solidFill>
                  <a:srgbClr val="7030A0"/>
                </a:solidFill>
                <a:latin typeface="Arial Narrow" pitchFamily="34" charset="0"/>
              </a:rPr>
              <a:t>70% training data </a:t>
            </a:r>
            <a:r>
              <a:rPr lang="en-US" b="1" i="1" dirty="0">
                <a:latin typeface="Arial Narrow" pitchFamily="34" charset="0"/>
              </a:rPr>
              <a:t>is used to train the machine learning model</a:t>
            </a:r>
          </a:p>
          <a:p>
            <a:r>
              <a:rPr lang="en-US" b="1" i="1" dirty="0">
                <a:solidFill>
                  <a:srgbClr val="FF0000"/>
                </a:solidFill>
                <a:latin typeface="Arial Narrow" pitchFamily="34" charset="0"/>
              </a:rPr>
              <a:t>🧪</a:t>
            </a:r>
            <a:r>
              <a:rPr lang="en-US" b="1" i="1" dirty="0">
                <a:latin typeface="Arial Narrow" pitchFamily="34" charset="0"/>
              </a:rPr>
              <a:t> </a:t>
            </a:r>
            <a:r>
              <a:rPr lang="en-US" b="1" i="1" dirty="0">
                <a:solidFill>
                  <a:srgbClr val="7030A0"/>
                </a:solidFill>
                <a:latin typeface="Arial Narrow" pitchFamily="34" charset="0"/>
              </a:rPr>
              <a:t>30% testing data </a:t>
            </a:r>
            <a:r>
              <a:rPr lang="en-US" b="1" i="1" dirty="0">
                <a:latin typeface="Arial Narrow" pitchFamily="34" charset="0"/>
              </a:rPr>
              <a:t>is used to test how well the model performs</a:t>
            </a:r>
          </a:p>
          <a:p>
            <a:r>
              <a:rPr lang="en-US" b="1" i="1" dirty="0">
                <a:solidFill>
                  <a:srgbClr val="FF0000"/>
                </a:solidFill>
                <a:latin typeface="Arial Narrow" pitchFamily="34" charset="0"/>
              </a:rPr>
              <a:t>🔁</a:t>
            </a:r>
            <a:r>
              <a:rPr lang="en-US" b="1" i="1" dirty="0">
                <a:latin typeface="Arial Narrow" pitchFamily="34" charset="0"/>
              </a:rPr>
              <a:t> </a:t>
            </a:r>
            <a:r>
              <a:rPr lang="en-US" b="1" i="1" dirty="0" err="1">
                <a:solidFill>
                  <a:srgbClr val="7030A0"/>
                </a:solidFill>
                <a:latin typeface="Arial Narrow" pitchFamily="34" charset="0"/>
              </a:rPr>
              <a:t>random_state</a:t>
            </a:r>
            <a:r>
              <a:rPr lang="en-US" b="1" i="1" dirty="0">
                <a:solidFill>
                  <a:srgbClr val="7030A0"/>
                </a:solidFill>
                <a:latin typeface="Arial Narrow" pitchFamily="34" charset="0"/>
              </a:rPr>
              <a:t> = 42 </a:t>
            </a:r>
            <a:r>
              <a:rPr lang="en-US" b="1" i="1" dirty="0">
                <a:latin typeface="Arial Narrow" pitchFamily="34" charset="0"/>
              </a:rPr>
              <a:t>ensures the same split and results every time the program runs</a:t>
            </a:r>
          </a:p>
          <a:p>
            <a:endParaRPr lang="en-US" dirty="0"/>
          </a:p>
          <a:p>
            <a:endParaRPr lang="en-US" dirty="0"/>
          </a:p>
          <a:p>
            <a:endParaRPr lang="en-US" dirty="0"/>
          </a:p>
        </p:txBody>
      </p:sp>
      <p:pic>
        <p:nvPicPr>
          <p:cNvPr id="4" name="Picture 3" descr="download.png"/>
          <p:cNvPicPr>
            <a:picLocks noChangeAspect="1"/>
          </p:cNvPicPr>
          <p:nvPr/>
        </p:nvPicPr>
        <p:blipFill>
          <a:blip r:embed="rId2" cstate="print"/>
          <a:srcRect t="27895" b="27895"/>
          <a:stretch>
            <a:fillRect/>
          </a:stretch>
        </p:blipFill>
        <p:spPr>
          <a:xfrm>
            <a:off x="0" y="2348880"/>
            <a:ext cx="9144000" cy="576064"/>
          </a:xfrm>
          <a:prstGeom prst="rect">
            <a:avLst/>
          </a:prstGeom>
        </p:spPr>
      </p:pic>
      <p:sp>
        <p:nvSpPr>
          <p:cNvPr id="5" name="TextBox 4"/>
          <p:cNvSpPr txBox="1"/>
          <p:nvPr/>
        </p:nvSpPr>
        <p:spPr>
          <a:xfrm>
            <a:off x="0" y="3140968"/>
            <a:ext cx="8587607" cy="2062103"/>
          </a:xfrm>
          <a:prstGeom prst="rect">
            <a:avLst/>
          </a:prstGeom>
          <a:noFill/>
        </p:spPr>
        <p:txBody>
          <a:bodyPr wrap="none" rtlCol="0">
            <a:spAutoFit/>
          </a:bodyPr>
          <a:lstStyle/>
          <a:p>
            <a:r>
              <a:rPr lang="en-US" b="1" i="1" dirty="0">
                <a:solidFill>
                  <a:srgbClr val="FF0000"/>
                </a:solidFill>
                <a:latin typeface="Arial Narrow" pitchFamily="34" charset="0"/>
              </a:rPr>
              <a:t>🌲</a:t>
            </a:r>
            <a:r>
              <a:rPr lang="en-US" b="1" i="1" dirty="0">
                <a:latin typeface="Arial Narrow" pitchFamily="34" charset="0"/>
              </a:rPr>
              <a:t> </a:t>
            </a:r>
            <a:r>
              <a:rPr lang="en-US" sz="2000" b="1" i="1" u="sng" dirty="0">
                <a:solidFill>
                  <a:schemeClr val="tx2">
                    <a:lumMod val="90000"/>
                  </a:schemeClr>
                </a:solidFill>
                <a:latin typeface="Algerian" pitchFamily="82" charset="0"/>
              </a:rPr>
              <a:t>Model Training </a:t>
            </a:r>
            <a:r>
              <a:rPr lang="en-US" sz="2000" b="1" i="1" dirty="0">
                <a:solidFill>
                  <a:schemeClr val="tx2">
                    <a:lumMod val="90000"/>
                  </a:schemeClr>
                </a:solidFill>
                <a:latin typeface="Algerian" pitchFamily="82" charset="0"/>
              </a:rPr>
              <a:t> </a:t>
            </a:r>
            <a:r>
              <a:rPr lang="en-US" sz="2000" b="1" i="1" dirty="0">
                <a:solidFill>
                  <a:schemeClr val="tx2">
                    <a:lumMod val="90000"/>
                  </a:schemeClr>
                </a:solidFill>
                <a:latin typeface="Arial Narrow" pitchFamily="34" charset="0"/>
              </a:rPr>
              <a:t>:</a:t>
            </a:r>
            <a:r>
              <a:rPr lang="en-US" b="1" i="1" dirty="0">
                <a:latin typeface="Arial Narrow" pitchFamily="34" charset="0"/>
              </a:rPr>
              <a:t>is the stage where the machine learns how to detect malware</a:t>
            </a:r>
          </a:p>
          <a:p>
            <a:r>
              <a:rPr lang="en-US" b="1" i="1" dirty="0">
                <a:solidFill>
                  <a:srgbClr val="FF0000"/>
                </a:solidFill>
                <a:latin typeface="Arial Narrow" pitchFamily="34" charset="0"/>
              </a:rPr>
              <a:t>🤖</a:t>
            </a:r>
            <a:r>
              <a:rPr lang="en-US" b="1" i="1" dirty="0">
                <a:latin typeface="Arial Narrow" pitchFamily="34" charset="0"/>
              </a:rPr>
              <a:t> </a:t>
            </a:r>
            <a:r>
              <a:rPr lang="en-US" b="1" i="1" dirty="0" err="1">
                <a:solidFill>
                  <a:srgbClr val="7030A0"/>
                </a:solidFill>
                <a:latin typeface="Arial Narrow" pitchFamily="34" charset="0"/>
              </a:rPr>
              <a:t>RandomForestClassifier</a:t>
            </a:r>
            <a:r>
              <a:rPr lang="en-US" b="1" i="1" dirty="0">
                <a:latin typeface="Arial Narrow" pitchFamily="34" charset="0"/>
              </a:rPr>
              <a:t> is used as the machine learning algorithm</a:t>
            </a:r>
          </a:p>
          <a:p>
            <a:r>
              <a:rPr lang="en-US" b="1" i="1" dirty="0">
                <a:solidFill>
                  <a:srgbClr val="FF0000"/>
                </a:solidFill>
                <a:latin typeface="Arial Narrow" pitchFamily="34" charset="0"/>
              </a:rPr>
              <a:t>🌳</a:t>
            </a:r>
            <a:r>
              <a:rPr lang="en-US" b="1" i="1" dirty="0">
                <a:latin typeface="Arial Narrow" pitchFamily="34" charset="0"/>
              </a:rPr>
              <a:t> </a:t>
            </a:r>
            <a:r>
              <a:rPr lang="en-US" b="1" i="1" dirty="0" err="1">
                <a:solidFill>
                  <a:srgbClr val="7030A0"/>
                </a:solidFill>
                <a:latin typeface="Arial Narrow" pitchFamily="34" charset="0"/>
              </a:rPr>
              <a:t>n_estimators</a:t>
            </a:r>
            <a:r>
              <a:rPr lang="en-US" b="1" i="1" dirty="0">
                <a:solidFill>
                  <a:srgbClr val="7030A0"/>
                </a:solidFill>
                <a:latin typeface="Arial Narrow" pitchFamily="34" charset="0"/>
              </a:rPr>
              <a:t> = 200 </a:t>
            </a:r>
            <a:r>
              <a:rPr lang="en-US" b="1" i="1" dirty="0">
                <a:latin typeface="Arial Narrow" pitchFamily="34" charset="0"/>
              </a:rPr>
              <a:t>sets the number of decision trees in the forest</a:t>
            </a:r>
          </a:p>
          <a:p>
            <a:r>
              <a:rPr lang="en-US" b="1" i="1" dirty="0">
                <a:solidFill>
                  <a:srgbClr val="FF0000"/>
                </a:solidFill>
                <a:latin typeface="Arial Narrow" pitchFamily="34" charset="0"/>
              </a:rPr>
              <a:t>📏</a:t>
            </a:r>
            <a:r>
              <a:rPr lang="en-US" b="1" i="1" dirty="0">
                <a:latin typeface="Arial Narrow" pitchFamily="34" charset="0"/>
              </a:rPr>
              <a:t> </a:t>
            </a:r>
            <a:r>
              <a:rPr lang="en-US" b="1" i="1" dirty="0" err="1">
                <a:solidFill>
                  <a:srgbClr val="7030A0"/>
                </a:solidFill>
                <a:latin typeface="Arial Narrow" pitchFamily="34" charset="0"/>
              </a:rPr>
              <a:t>max_depth</a:t>
            </a:r>
            <a:r>
              <a:rPr lang="en-US" b="1" i="1" dirty="0">
                <a:solidFill>
                  <a:srgbClr val="7030A0"/>
                </a:solidFill>
                <a:latin typeface="Arial Narrow" pitchFamily="34" charset="0"/>
              </a:rPr>
              <a:t> = 10 </a:t>
            </a:r>
            <a:r>
              <a:rPr lang="en-US" b="1" i="1" dirty="0">
                <a:latin typeface="Arial Narrow" pitchFamily="34" charset="0"/>
              </a:rPr>
              <a:t>limits how deep each tree can grow to avoid </a:t>
            </a:r>
            <a:r>
              <a:rPr lang="en-US" b="1" i="1" dirty="0" err="1">
                <a:latin typeface="Arial Narrow" pitchFamily="34" charset="0"/>
              </a:rPr>
              <a:t>overfitting</a:t>
            </a:r>
            <a:endParaRPr lang="en-US" b="1" i="1" dirty="0">
              <a:latin typeface="Arial Narrow" pitchFamily="34" charset="0"/>
            </a:endParaRPr>
          </a:p>
          <a:p>
            <a:r>
              <a:rPr lang="en-US" b="1" i="1" dirty="0">
                <a:solidFill>
                  <a:srgbClr val="FF0000"/>
                </a:solidFill>
                <a:latin typeface="Arial Narrow" pitchFamily="34" charset="0"/>
              </a:rPr>
              <a:t>🏋</a:t>
            </a:r>
            <a:r>
              <a:rPr lang="en-US" b="1" i="1" dirty="0">
                <a:latin typeface="Arial Narrow" pitchFamily="34" charset="0"/>
              </a:rPr>
              <a:t> </a:t>
            </a:r>
            <a:r>
              <a:rPr lang="en-US" b="1" i="1" dirty="0">
                <a:solidFill>
                  <a:srgbClr val="7030A0"/>
                </a:solidFill>
                <a:latin typeface="Arial Narrow" pitchFamily="34" charset="0"/>
              </a:rPr>
              <a:t>model.fit(</a:t>
            </a:r>
            <a:r>
              <a:rPr lang="en-US" b="1" i="1" dirty="0" err="1">
                <a:solidFill>
                  <a:srgbClr val="7030A0"/>
                </a:solidFill>
                <a:latin typeface="Arial Narrow" pitchFamily="34" charset="0"/>
              </a:rPr>
              <a:t>X_train</a:t>
            </a:r>
            <a:r>
              <a:rPr lang="en-US" b="1" i="1" dirty="0">
                <a:solidFill>
                  <a:srgbClr val="7030A0"/>
                </a:solidFill>
                <a:latin typeface="Arial Narrow" pitchFamily="34" charset="0"/>
              </a:rPr>
              <a:t>, </a:t>
            </a:r>
            <a:r>
              <a:rPr lang="en-US" b="1" i="1" dirty="0" err="1">
                <a:solidFill>
                  <a:srgbClr val="7030A0"/>
                </a:solidFill>
                <a:latin typeface="Arial Narrow" pitchFamily="34" charset="0"/>
              </a:rPr>
              <a:t>y_train</a:t>
            </a:r>
            <a:r>
              <a:rPr lang="en-US" b="1" i="1" dirty="0">
                <a:solidFill>
                  <a:srgbClr val="7030A0"/>
                </a:solidFill>
                <a:latin typeface="Arial Narrow" pitchFamily="34" charset="0"/>
              </a:rPr>
              <a:t>) </a:t>
            </a:r>
            <a:r>
              <a:rPr lang="en-US" b="1" i="1" dirty="0">
                <a:latin typeface="Arial Narrow" pitchFamily="34" charset="0"/>
              </a:rPr>
              <a:t>trains the model using the training data</a:t>
            </a:r>
          </a:p>
          <a:p>
            <a:r>
              <a:rPr lang="en-US" b="1" i="1" dirty="0">
                <a:solidFill>
                  <a:srgbClr val="FF0000"/>
                </a:solidFill>
                <a:latin typeface="Arial Narrow" pitchFamily="34" charset="0"/>
              </a:rPr>
              <a:t>🧠</a:t>
            </a:r>
            <a:r>
              <a:rPr lang="en-US" b="1" i="1" dirty="0">
                <a:latin typeface="Arial Narrow" pitchFamily="34" charset="0"/>
              </a:rPr>
              <a:t> After this step, the model learns patterns that help distinguish </a:t>
            </a:r>
            <a:r>
              <a:rPr lang="en-US" b="1" i="1" dirty="0">
                <a:solidFill>
                  <a:srgbClr val="FF0000"/>
                </a:solidFill>
                <a:latin typeface="Arial Narrow" pitchFamily="34" charset="0"/>
              </a:rPr>
              <a:t>malware from safe files</a:t>
            </a:r>
          </a:p>
          <a:p>
            <a:endParaRPr lang="en-US" b="1" i="1" dirty="0">
              <a:latin typeface="Arial Narrow"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7" presetClass="entr" presetSubtype="0" fill="hold" nodeType="clickEffect">
                                  <p:stCondLst>
                                    <p:cond delay="0"/>
                                  </p:stCondLst>
                                  <p:iterate type="lt">
                                    <p:tmPct val="50000"/>
                                  </p:iterate>
                                  <p:childTnLst>
                                    <p:set>
                                      <p:cBhvr>
                                        <p:cTn id="11" dur="1" fill="hold">
                                          <p:stCondLst>
                                            <p:cond delay="0"/>
                                          </p:stCondLst>
                                        </p:cTn>
                                        <p:tgtEl>
                                          <p:spTgt spid="2">
                                            <p:txEl>
                                              <p:pRg st="1" end="1"/>
                                            </p:txEl>
                                          </p:spTgt>
                                        </p:tgtEl>
                                        <p:attrNameLst>
                                          <p:attrName>style.visibility</p:attrName>
                                        </p:attrNameLst>
                                      </p:cBhvr>
                                      <p:to>
                                        <p:strVal val="visible"/>
                                      </p:to>
                                    </p:set>
                                    <p:anim calcmode="discrete" valueType="clr">
                                      <p:cBhvr override="childStyle">
                                        <p:cTn id="12" dur="80"/>
                                        <p:tgtEl>
                                          <p:spTgt spid="2">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2">
                                            <p:txEl>
                                              <p:pRg st="1" end="1"/>
                                            </p:txEl>
                                          </p:spTgt>
                                        </p:tgtEl>
                                        <p:attrNameLst>
                                          <p:attrName>fillcolor</p:attrName>
                                        </p:attrNameLst>
                                      </p:cBhvr>
                                      <p:tavLst>
                                        <p:tav tm="0">
                                          <p:val>
                                            <p:clrVal>
                                              <a:schemeClr val="accent2"/>
                                            </p:clrVal>
                                          </p:val>
                                        </p:tav>
                                        <p:tav tm="50000">
                                          <p:val>
                                            <p:clrVal>
                                              <a:schemeClr val="hlink"/>
                                            </p:clrVal>
                                          </p:val>
                                        </p:tav>
                                      </p:tavLst>
                                    </p:anim>
                                    <p:set>
                                      <p:cBhvr>
                                        <p:cTn id="14" dur="80"/>
                                        <p:tgtEl>
                                          <p:spTgt spid="2">
                                            <p:txEl>
                                              <p:pRg st="1" end="1"/>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27" presetClass="entr" presetSubtype="0" fill="hold" nodeType="clickEffect">
                                  <p:stCondLst>
                                    <p:cond delay="0"/>
                                  </p:stCondLst>
                                  <p:iterate type="lt">
                                    <p:tmPct val="50000"/>
                                  </p:iterate>
                                  <p:childTnLst>
                                    <p:set>
                                      <p:cBhvr>
                                        <p:cTn id="18" dur="1" fill="hold">
                                          <p:stCondLst>
                                            <p:cond delay="0"/>
                                          </p:stCondLst>
                                        </p:cTn>
                                        <p:tgtEl>
                                          <p:spTgt spid="2">
                                            <p:txEl>
                                              <p:pRg st="2" end="2"/>
                                            </p:txEl>
                                          </p:spTgt>
                                        </p:tgtEl>
                                        <p:attrNameLst>
                                          <p:attrName>style.visibility</p:attrName>
                                        </p:attrNameLst>
                                      </p:cBhvr>
                                      <p:to>
                                        <p:strVal val="visible"/>
                                      </p:to>
                                    </p:set>
                                    <p:anim calcmode="discrete" valueType="clr">
                                      <p:cBhvr override="childStyle">
                                        <p:cTn id="19" dur="80"/>
                                        <p:tgtEl>
                                          <p:spTgt spid="2">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0" dur="80"/>
                                        <p:tgtEl>
                                          <p:spTgt spid="2">
                                            <p:txEl>
                                              <p:pRg st="2" end="2"/>
                                            </p:txEl>
                                          </p:spTgt>
                                        </p:tgtEl>
                                        <p:attrNameLst>
                                          <p:attrName>fillcolor</p:attrName>
                                        </p:attrNameLst>
                                      </p:cBhvr>
                                      <p:tavLst>
                                        <p:tav tm="0">
                                          <p:val>
                                            <p:clrVal>
                                              <a:schemeClr val="accent2"/>
                                            </p:clrVal>
                                          </p:val>
                                        </p:tav>
                                        <p:tav tm="50000">
                                          <p:val>
                                            <p:clrVal>
                                              <a:schemeClr val="hlink"/>
                                            </p:clrVal>
                                          </p:val>
                                        </p:tav>
                                      </p:tavLst>
                                    </p:anim>
                                    <p:set>
                                      <p:cBhvr>
                                        <p:cTn id="21" dur="80"/>
                                        <p:tgtEl>
                                          <p:spTgt spid="2">
                                            <p:txEl>
                                              <p:pRg st="2" end="2"/>
                                            </p:txEl>
                                          </p:spTgt>
                                        </p:tgtEl>
                                        <p:attrNameLst>
                                          <p:attrName>fill.type</p:attrName>
                                        </p:attrNameLst>
                                      </p:cBhvr>
                                      <p:to>
                                        <p:strVal val="solid"/>
                                      </p:to>
                                    </p:set>
                                  </p:childTnLst>
                                </p:cTn>
                              </p:par>
                            </p:childTnLst>
                          </p:cTn>
                        </p:par>
                      </p:childTnLst>
                    </p:cTn>
                  </p:par>
                  <p:par>
                    <p:cTn id="22" fill="hold">
                      <p:stCondLst>
                        <p:cond delay="indefinite"/>
                      </p:stCondLst>
                      <p:childTnLst>
                        <p:par>
                          <p:cTn id="23" fill="hold">
                            <p:stCondLst>
                              <p:cond delay="0"/>
                            </p:stCondLst>
                            <p:childTnLst>
                              <p:par>
                                <p:cTn id="24" presetID="27" presetClass="entr" presetSubtype="0" fill="hold" nodeType="clickEffect">
                                  <p:stCondLst>
                                    <p:cond delay="0"/>
                                  </p:stCondLst>
                                  <p:iterate type="lt">
                                    <p:tmPct val="50000"/>
                                  </p:iterate>
                                  <p:childTnLst>
                                    <p:set>
                                      <p:cBhvr>
                                        <p:cTn id="25" dur="1" fill="hold">
                                          <p:stCondLst>
                                            <p:cond delay="0"/>
                                          </p:stCondLst>
                                        </p:cTn>
                                        <p:tgtEl>
                                          <p:spTgt spid="2">
                                            <p:txEl>
                                              <p:pRg st="3" end="3"/>
                                            </p:txEl>
                                          </p:spTgt>
                                        </p:tgtEl>
                                        <p:attrNameLst>
                                          <p:attrName>style.visibility</p:attrName>
                                        </p:attrNameLst>
                                      </p:cBhvr>
                                      <p:to>
                                        <p:strVal val="visible"/>
                                      </p:to>
                                    </p:set>
                                    <p:anim calcmode="discrete" valueType="clr">
                                      <p:cBhvr override="childStyle">
                                        <p:cTn id="26" dur="80"/>
                                        <p:tgtEl>
                                          <p:spTgt spid="2">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7" dur="80"/>
                                        <p:tgtEl>
                                          <p:spTgt spid="2">
                                            <p:txEl>
                                              <p:pRg st="3" end="3"/>
                                            </p:txEl>
                                          </p:spTgt>
                                        </p:tgtEl>
                                        <p:attrNameLst>
                                          <p:attrName>fillcolor</p:attrName>
                                        </p:attrNameLst>
                                      </p:cBhvr>
                                      <p:tavLst>
                                        <p:tav tm="0">
                                          <p:val>
                                            <p:clrVal>
                                              <a:schemeClr val="accent2"/>
                                            </p:clrVal>
                                          </p:val>
                                        </p:tav>
                                        <p:tav tm="50000">
                                          <p:val>
                                            <p:clrVal>
                                              <a:schemeClr val="hlink"/>
                                            </p:clrVal>
                                          </p:val>
                                        </p:tav>
                                      </p:tavLst>
                                    </p:anim>
                                    <p:set>
                                      <p:cBhvr>
                                        <p:cTn id="28" dur="80"/>
                                        <p:tgtEl>
                                          <p:spTgt spid="2">
                                            <p:txEl>
                                              <p:pRg st="3" end="3"/>
                                            </p:txEl>
                                          </p:spTgt>
                                        </p:tgtEl>
                                        <p:attrNameLst>
                                          <p:attrName>fill.type</p:attrName>
                                        </p:attrNameLst>
                                      </p:cBhvr>
                                      <p:to>
                                        <p:strVal val="solid"/>
                                      </p:to>
                                    </p:set>
                                  </p:childTnLst>
                                </p:cTn>
                              </p:par>
                            </p:childTnLst>
                          </p:cTn>
                        </p:par>
                      </p:childTnLst>
                    </p:cTn>
                  </p:par>
                  <p:par>
                    <p:cTn id="29" fill="hold">
                      <p:stCondLst>
                        <p:cond delay="indefinite"/>
                      </p:stCondLst>
                      <p:childTnLst>
                        <p:par>
                          <p:cTn id="30" fill="hold">
                            <p:stCondLst>
                              <p:cond delay="0"/>
                            </p:stCondLst>
                            <p:childTnLst>
                              <p:par>
                                <p:cTn id="31" presetID="27" presetClass="entr" presetSubtype="0" fill="hold" nodeType="clickEffect">
                                  <p:stCondLst>
                                    <p:cond delay="0"/>
                                  </p:stCondLst>
                                  <p:iterate type="lt">
                                    <p:tmPct val="50000"/>
                                  </p:iterate>
                                  <p:childTnLst>
                                    <p:set>
                                      <p:cBhvr>
                                        <p:cTn id="32" dur="1" fill="hold">
                                          <p:stCondLst>
                                            <p:cond delay="0"/>
                                          </p:stCondLst>
                                        </p:cTn>
                                        <p:tgtEl>
                                          <p:spTgt spid="2">
                                            <p:txEl>
                                              <p:pRg st="4" end="4"/>
                                            </p:txEl>
                                          </p:spTgt>
                                        </p:tgtEl>
                                        <p:attrNameLst>
                                          <p:attrName>style.visibility</p:attrName>
                                        </p:attrNameLst>
                                      </p:cBhvr>
                                      <p:to>
                                        <p:strVal val="visible"/>
                                      </p:to>
                                    </p:set>
                                    <p:anim calcmode="discrete" valueType="clr">
                                      <p:cBhvr override="childStyle">
                                        <p:cTn id="33" dur="80"/>
                                        <p:tgtEl>
                                          <p:spTgt spid="2">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4" dur="80"/>
                                        <p:tgtEl>
                                          <p:spTgt spid="2">
                                            <p:txEl>
                                              <p:pRg st="4" end="4"/>
                                            </p:txEl>
                                          </p:spTgt>
                                        </p:tgtEl>
                                        <p:attrNameLst>
                                          <p:attrName>fillcolor</p:attrName>
                                        </p:attrNameLst>
                                      </p:cBhvr>
                                      <p:tavLst>
                                        <p:tav tm="0">
                                          <p:val>
                                            <p:clrVal>
                                              <a:schemeClr val="accent2"/>
                                            </p:clrVal>
                                          </p:val>
                                        </p:tav>
                                        <p:tav tm="50000">
                                          <p:val>
                                            <p:clrVal>
                                              <a:schemeClr val="hlink"/>
                                            </p:clrVal>
                                          </p:val>
                                        </p:tav>
                                      </p:tavLst>
                                    </p:anim>
                                    <p:set>
                                      <p:cBhvr>
                                        <p:cTn id="35" dur="80"/>
                                        <p:tgtEl>
                                          <p:spTgt spid="2">
                                            <p:txEl>
                                              <p:pRg st="4" end="4"/>
                                            </p:txEl>
                                          </p:spTgt>
                                        </p:tgtEl>
                                        <p:attrNameLst>
                                          <p:attrName>fill.type</p:attrName>
                                        </p:attrNameLst>
                                      </p:cBhvr>
                                      <p:to>
                                        <p:strVal val="solid"/>
                                      </p:to>
                                    </p:set>
                                  </p:childTnLst>
                                </p:cTn>
                              </p:par>
                            </p:childTnLst>
                          </p:cTn>
                        </p:par>
                      </p:childTnLst>
                    </p:cTn>
                  </p:par>
                  <p:par>
                    <p:cTn id="36" fill="hold">
                      <p:stCondLst>
                        <p:cond delay="indefinite"/>
                      </p:stCondLst>
                      <p:childTnLst>
                        <p:par>
                          <p:cTn id="37" fill="hold">
                            <p:stCondLst>
                              <p:cond delay="0"/>
                            </p:stCondLst>
                            <p:childTnLst>
                              <p:par>
                                <p:cTn id="38" presetID="27" presetClass="entr" presetSubtype="0" fill="hold" nodeType="clickEffect">
                                  <p:stCondLst>
                                    <p:cond delay="0"/>
                                  </p:stCondLst>
                                  <p:iterate type="lt">
                                    <p:tmPct val="50000"/>
                                  </p:iterate>
                                  <p:childTnLst>
                                    <p:set>
                                      <p:cBhvr>
                                        <p:cTn id="39" dur="1" fill="hold">
                                          <p:stCondLst>
                                            <p:cond delay="0"/>
                                          </p:stCondLst>
                                        </p:cTn>
                                        <p:tgtEl>
                                          <p:spTgt spid="2">
                                            <p:txEl>
                                              <p:pRg st="5" end="5"/>
                                            </p:txEl>
                                          </p:spTgt>
                                        </p:tgtEl>
                                        <p:attrNameLst>
                                          <p:attrName>style.visibility</p:attrName>
                                        </p:attrNameLst>
                                      </p:cBhvr>
                                      <p:to>
                                        <p:strVal val="visible"/>
                                      </p:to>
                                    </p:set>
                                    <p:anim calcmode="discrete" valueType="clr">
                                      <p:cBhvr override="childStyle">
                                        <p:cTn id="40" dur="80"/>
                                        <p:tgtEl>
                                          <p:spTgt spid="2">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1" dur="80"/>
                                        <p:tgtEl>
                                          <p:spTgt spid="2">
                                            <p:txEl>
                                              <p:pRg st="5" end="5"/>
                                            </p:txEl>
                                          </p:spTgt>
                                        </p:tgtEl>
                                        <p:attrNameLst>
                                          <p:attrName>fillcolor</p:attrName>
                                        </p:attrNameLst>
                                      </p:cBhvr>
                                      <p:tavLst>
                                        <p:tav tm="0">
                                          <p:val>
                                            <p:clrVal>
                                              <a:schemeClr val="accent2"/>
                                            </p:clrVal>
                                          </p:val>
                                        </p:tav>
                                        <p:tav tm="50000">
                                          <p:val>
                                            <p:clrVal>
                                              <a:schemeClr val="hlink"/>
                                            </p:clrVal>
                                          </p:val>
                                        </p:tav>
                                      </p:tavLst>
                                    </p:anim>
                                    <p:set>
                                      <p:cBhvr>
                                        <p:cTn id="42" dur="80"/>
                                        <p:tgtEl>
                                          <p:spTgt spid="2">
                                            <p:txEl>
                                              <p:pRg st="5" end="5"/>
                                            </p:txEl>
                                          </p:spTgt>
                                        </p:tgtEl>
                                        <p:attrNameLst>
                                          <p:attrName>fill.type</p:attrName>
                                        </p:attrNameLst>
                                      </p:cBhvr>
                                      <p:to>
                                        <p:strVal val="solid"/>
                                      </p:to>
                                    </p:set>
                                  </p:childTnLst>
                                </p:cTn>
                              </p:par>
                            </p:childTnLst>
                          </p:cTn>
                        </p:par>
                      </p:childTnLst>
                    </p:cTn>
                  </p:par>
                  <p:par>
                    <p:cTn id="43" fill="hold">
                      <p:stCondLst>
                        <p:cond delay="indefinite"/>
                      </p:stCondLst>
                      <p:childTnLst>
                        <p:par>
                          <p:cTn id="44" fill="hold">
                            <p:stCondLst>
                              <p:cond delay="0"/>
                            </p:stCondLst>
                            <p:childTnLst>
                              <p:par>
                                <p:cTn id="45" presetID="27" presetClass="entr" presetSubtype="0" fill="hold" nodeType="clickEffect">
                                  <p:stCondLst>
                                    <p:cond delay="0"/>
                                  </p:stCondLst>
                                  <p:iterate type="lt">
                                    <p:tmPct val="50000"/>
                                  </p:iterate>
                                  <p:childTnLst>
                                    <p:set>
                                      <p:cBhvr>
                                        <p:cTn id="46" dur="1" fill="hold">
                                          <p:stCondLst>
                                            <p:cond delay="0"/>
                                          </p:stCondLst>
                                        </p:cTn>
                                        <p:tgtEl>
                                          <p:spTgt spid="2">
                                            <p:txEl>
                                              <p:pRg st="6" end="6"/>
                                            </p:txEl>
                                          </p:spTgt>
                                        </p:tgtEl>
                                        <p:attrNameLst>
                                          <p:attrName>style.visibility</p:attrName>
                                        </p:attrNameLst>
                                      </p:cBhvr>
                                      <p:to>
                                        <p:strVal val="visible"/>
                                      </p:to>
                                    </p:set>
                                    <p:anim calcmode="discrete" valueType="clr">
                                      <p:cBhvr override="childStyle">
                                        <p:cTn id="47" dur="80"/>
                                        <p:tgtEl>
                                          <p:spTgt spid="2">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8" dur="80"/>
                                        <p:tgtEl>
                                          <p:spTgt spid="2">
                                            <p:txEl>
                                              <p:pRg st="6" end="6"/>
                                            </p:txEl>
                                          </p:spTgt>
                                        </p:tgtEl>
                                        <p:attrNameLst>
                                          <p:attrName>fillcolor</p:attrName>
                                        </p:attrNameLst>
                                      </p:cBhvr>
                                      <p:tavLst>
                                        <p:tav tm="0">
                                          <p:val>
                                            <p:clrVal>
                                              <a:schemeClr val="accent2"/>
                                            </p:clrVal>
                                          </p:val>
                                        </p:tav>
                                        <p:tav tm="50000">
                                          <p:val>
                                            <p:clrVal>
                                              <a:schemeClr val="hlink"/>
                                            </p:clrVal>
                                          </p:val>
                                        </p:tav>
                                      </p:tavLst>
                                    </p:anim>
                                    <p:set>
                                      <p:cBhvr>
                                        <p:cTn id="49" dur="80"/>
                                        <p:tgtEl>
                                          <p:spTgt spid="2">
                                            <p:txEl>
                                              <p:pRg st="6" end="6"/>
                                            </p:txEl>
                                          </p:spTgt>
                                        </p:tgtEl>
                                        <p:attrNameLst>
                                          <p:attrName>fill.type</p:attrName>
                                        </p:attrNameLst>
                                      </p:cBhvr>
                                      <p:to>
                                        <p:strVal val="solid"/>
                                      </p:to>
                                    </p:se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5">
                                            <p:txEl>
                                              <p:pRg st="0" end="0"/>
                                            </p:txEl>
                                          </p:spTgt>
                                        </p:tgtEl>
                                        <p:attrNameLst>
                                          <p:attrName>style.visibility</p:attrName>
                                        </p:attrNameLst>
                                      </p:cBhvr>
                                      <p:to>
                                        <p:strVal val="visible"/>
                                      </p:to>
                                    </p:set>
                                    <p:animEffect transition="in" filter="blinds(horizontal)">
                                      <p:cBhvr>
                                        <p:cTn id="54" dur="500"/>
                                        <p:tgtEl>
                                          <p:spTgt spid="5">
                                            <p:txEl>
                                              <p:pRg st="0" end="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7" presetClass="entr" presetSubtype="0" fill="hold" nodeType="clickEffect">
                                  <p:stCondLst>
                                    <p:cond delay="0"/>
                                  </p:stCondLst>
                                  <p:iterate type="lt">
                                    <p:tmPct val="50000"/>
                                  </p:iterate>
                                  <p:childTnLst>
                                    <p:set>
                                      <p:cBhvr>
                                        <p:cTn id="58" dur="1" fill="hold">
                                          <p:stCondLst>
                                            <p:cond delay="0"/>
                                          </p:stCondLst>
                                        </p:cTn>
                                        <p:tgtEl>
                                          <p:spTgt spid="5">
                                            <p:txEl>
                                              <p:pRg st="1" end="1"/>
                                            </p:txEl>
                                          </p:spTgt>
                                        </p:tgtEl>
                                        <p:attrNameLst>
                                          <p:attrName>style.visibility</p:attrName>
                                        </p:attrNameLst>
                                      </p:cBhvr>
                                      <p:to>
                                        <p:strVal val="visible"/>
                                      </p:to>
                                    </p:set>
                                    <p:anim calcmode="discrete" valueType="clr">
                                      <p:cBhvr override="childStyle">
                                        <p:cTn id="59" dur="80"/>
                                        <p:tgtEl>
                                          <p:spTgt spid="5">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60" dur="80"/>
                                        <p:tgtEl>
                                          <p:spTgt spid="5">
                                            <p:txEl>
                                              <p:pRg st="1" end="1"/>
                                            </p:txEl>
                                          </p:spTgt>
                                        </p:tgtEl>
                                        <p:attrNameLst>
                                          <p:attrName>fillcolor</p:attrName>
                                        </p:attrNameLst>
                                      </p:cBhvr>
                                      <p:tavLst>
                                        <p:tav tm="0">
                                          <p:val>
                                            <p:clrVal>
                                              <a:schemeClr val="accent2"/>
                                            </p:clrVal>
                                          </p:val>
                                        </p:tav>
                                        <p:tav tm="50000">
                                          <p:val>
                                            <p:clrVal>
                                              <a:schemeClr val="hlink"/>
                                            </p:clrVal>
                                          </p:val>
                                        </p:tav>
                                      </p:tavLst>
                                    </p:anim>
                                    <p:set>
                                      <p:cBhvr>
                                        <p:cTn id="61" dur="80"/>
                                        <p:tgtEl>
                                          <p:spTgt spid="5">
                                            <p:txEl>
                                              <p:pRg st="1" end="1"/>
                                            </p:txEl>
                                          </p:spTgt>
                                        </p:tgtEl>
                                        <p:attrNameLst>
                                          <p:attrName>fill.type</p:attrName>
                                        </p:attrNameLst>
                                      </p:cBhvr>
                                      <p:to>
                                        <p:strVal val="solid"/>
                                      </p:to>
                                    </p:set>
                                  </p:childTnLst>
                                </p:cTn>
                              </p:par>
                            </p:childTnLst>
                          </p:cTn>
                        </p:par>
                      </p:childTnLst>
                    </p:cTn>
                  </p:par>
                  <p:par>
                    <p:cTn id="62" fill="hold">
                      <p:stCondLst>
                        <p:cond delay="indefinite"/>
                      </p:stCondLst>
                      <p:childTnLst>
                        <p:par>
                          <p:cTn id="63" fill="hold">
                            <p:stCondLst>
                              <p:cond delay="0"/>
                            </p:stCondLst>
                            <p:childTnLst>
                              <p:par>
                                <p:cTn id="64" presetID="27" presetClass="entr" presetSubtype="0" fill="hold" nodeType="clickEffect">
                                  <p:stCondLst>
                                    <p:cond delay="0"/>
                                  </p:stCondLst>
                                  <p:iterate type="lt">
                                    <p:tmPct val="50000"/>
                                  </p:iterate>
                                  <p:childTnLst>
                                    <p:set>
                                      <p:cBhvr>
                                        <p:cTn id="65" dur="1" fill="hold">
                                          <p:stCondLst>
                                            <p:cond delay="0"/>
                                          </p:stCondLst>
                                        </p:cTn>
                                        <p:tgtEl>
                                          <p:spTgt spid="5">
                                            <p:txEl>
                                              <p:pRg st="2" end="2"/>
                                            </p:txEl>
                                          </p:spTgt>
                                        </p:tgtEl>
                                        <p:attrNameLst>
                                          <p:attrName>style.visibility</p:attrName>
                                        </p:attrNameLst>
                                      </p:cBhvr>
                                      <p:to>
                                        <p:strVal val="visible"/>
                                      </p:to>
                                    </p:set>
                                    <p:anim calcmode="discrete" valueType="clr">
                                      <p:cBhvr override="childStyle">
                                        <p:cTn id="66" dur="80"/>
                                        <p:tgtEl>
                                          <p:spTgt spid="5">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67" dur="80"/>
                                        <p:tgtEl>
                                          <p:spTgt spid="5">
                                            <p:txEl>
                                              <p:pRg st="2" end="2"/>
                                            </p:txEl>
                                          </p:spTgt>
                                        </p:tgtEl>
                                        <p:attrNameLst>
                                          <p:attrName>fillcolor</p:attrName>
                                        </p:attrNameLst>
                                      </p:cBhvr>
                                      <p:tavLst>
                                        <p:tav tm="0">
                                          <p:val>
                                            <p:clrVal>
                                              <a:schemeClr val="accent2"/>
                                            </p:clrVal>
                                          </p:val>
                                        </p:tav>
                                        <p:tav tm="50000">
                                          <p:val>
                                            <p:clrVal>
                                              <a:schemeClr val="hlink"/>
                                            </p:clrVal>
                                          </p:val>
                                        </p:tav>
                                      </p:tavLst>
                                    </p:anim>
                                    <p:set>
                                      <p:cBhvr>
                                        <p:cTn id="68" dur="80"/>
                                        <p:tgtEl>
                                          <p:spTgt spid="5">
                                            <p:txEl>
                                              <p:pRg st="2" end="2"/>
                                            </p:txEl>
                                          </p:spTgt>
                                        </p:tgtEl>
                                        <p:attrNameLst>
                                          <p:attrName>fill.type</p:attrName>
                                        </p:attrNameLst>
                                      </p:cBhvr>
                                      <p:to>
                                        <p:strVal val="solid"/>
                                      </p:to>
                                    </p:set>
                                  </p:childTnLst>
                                </p:cTn>
                              </p:par>
                            </p:childTnLst>
                          </p:cTn>
                        </p:par>
                      </p:childTnLst>
                    </p:cTn>
                  </p:par>
                  <p:par>
                    <p:cTn id="69" fill="hold">
                      <p:stCondLst>
                        <p:cond delay="indefinite"/>
                      </p:stCondLst>
                      <p:childTnLst>
                        <p:par>
                          <p:cTn id="70" fill="hold">
                            <p:stCondLst>
                              <p:cond delay="0"/>
                            </p:stCondLst>
                            <p:childTnLst>
                              <p:par>
                                <p:cTn id="71" presetID="27" presetClass="entr" presetSubtype="0" fill="hold" nodeType="clickEffect">
                                  <p:stCondLst>
                                    <p:cond delay="0"/>
                                  </p:stCondLst>
                                  <p:iterate type="lt">
                                    <p:tmPct val="50000"/>
                                  </p:iterate>
                                  <p:childTnLst>
                                    <p:set>
                                      <p:cBhvr>
                                        <p:cTn id="72" dur="1" fill="hold">
                                          <p:stCondLst>
                                            <p:cond delay="0"/>
                                          </p:stCondLst>
                                        </p:cTn>
                                        <p:tgtEl>
                                          <p:spTgt spid="5">
                                            <p:txEl>
                                              <p:pRg st="3" end="3"/>
                                            </p:txEl>
                                          </p:spTgt>
                                        </p:tgtEl>
                                        <p:attrNameLst>
                                          <p:attrName>style.visibility</p:attrName>
                                        </p:attrNameLst>
                                      </p:cBhvr>
                                      <p:to>
                                        <p:strVal val="visible"/>
                                      </p:to>
                                    </p:set>
                                    <p:anim calcmode="discrete" valueType="clr">
                                      <p:cBhvr override="childStyle">
                                        <p:cTn id="73" dur="80"/>
                                        <p:tgtEl>
                                          <p:spTgt spid="5">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74" dur="80"/>
                                        <p:tgtEl>
                                          <p:spTgt spid="5">
                                            <p:txEl>
                                              <p:pRg st="3" end="3"/>
                                            </p:txEl>
                                          </p:spTgt>
                                        </p:tgtEl>
                                        <p:attrNameLst>
                                          <p:attrName>fillcolor</p:attrName>
                                        </p:attrNameLst>
                                      </p:cBhvr>
                                      <p:tavLst>
                                        <p:tav tm="0">
                                          <p:val>
                                            <p:clrVal>
                                              <a:schemeClr val="accent2"/>
                                            </p:clrVal>
                                          </p:val>
                                        </p:tav>
                                        <p:tav tm="50000">
                                          <p:val>
                                            <p:clrVal>
                                              <a:schemeClr val="hlink"/>
                                            </p:clrVal>
                                          </p:val>
                                        </p:tav>
                                      </p:tavLst>
                                    </p:anim>
                                    <p:set>
                                      <p:cBhvr>
                                        <p:cTn id="75" dur="80"/>
                                        <p:tgtEl>
                                          <p:spTgt spid="5">
                                            <p:txEl>
                                              <p:pRg st="3" end="3"/>
                                            </p:txEl>
                                          </p:spTgt>
                                        </p:tgtEl>
                                        <p:attrNameLst>
                                          <p:attrName>fill.type</p:attrName>
                                        </p:attrNameLst>
                                      </p:cBhvr>
                                      <p:to>
                                        <p:strVal val="solid"/>
                                      </p:to>
                                    </p:set>
                                  </p:childTnLst>
                                </p:cTn>
                              </p:par>
                            </p:childTnLst>
                          </p:cTn>
                        </p:par>
                      </p:childTnLst>
                    </p:cTn>
                  </p:par>
                  <p:par>
                    <p:cTn id="76" fill="hold">
                      <p:stCondLst>
                        <p:cond delay="indefinite"/>
                      </p:stCondLst>
                      <p:childTnLst>
                        <p:par>
                          <p:cTn id="77" fill="hold">
                            <p:stCondLst>
                              <p:cond delay="0"/>
                            </p:stCondLst>
                            <p:childTnLst>
                              <p:par>
                                <p:cTn id="78" presetID="27" presetClass="entr" presetSubtype="0" fill="hold" nodeType="clickEffect">
                                  <p:stCondLst>
                                    <p:cond delay="0"/>
                                  </p:stCondLst>
                                  <p:iterate type="lt">
                                    <p:tmPct val="50000"/>
                                  </p:iterate>
                                  <p:childTnLst>
                                    <p:set>
                                      <p:cBhvr>
                                        <p:cTn id="79" dur="1" fill="hold">
                                          <p:stCondLst>
                                            <p:cond delay="0"/>
                                          </p:stCondLst>
                                        </p:cTn>
                                        <p:tgtEl>
                                          <p:spTgt spid="5">
                                            <p:txEl>
                                              <p:pRg st="4" end="4"/>
                                            </p:txEl>
                                          </p:spTgt>
                                        </p:tgtEl>
                                        <p:attrNameLst>
                                          <p:attrName>style.visibility</p:attrName>
                                        </p:attrNameLst>
                                      </p:cBhvr>
                                      <p:to>
                                        <p:strVal val="visible"/>
                                      </p:to>
                                    </p:set>
                                    <p:anim calcmode="discrete" valueType="clr">
                                      <p:cBhvr override="childStyle">
                                        <p:cTn id="80" dur="80"/>
                                        <p:tgtEl>
                                          <p:spTgt spid="5">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1" dur="80"/>
                                        <p:tgtEl>
                                          <p:spTgt spid="5">
                                            <p:txEl>
                                              <p:pRg st="4" end="4"/>
                                            </p:txEl>
                                          </p:spTgt>
                                        </p:tgtEl>
                                        <p:attrNameLst>
                                          <p:attrName>fillcolor</p:attrName>
                                        </p:attrNameLst>
                                      </p:cBhvr>
                                      <p:tavLst>
                                        <p:tav tm="0">
                                          <p:val>
                                            <p:clrVal>
                                              <a:schemeClr val="accent2"/>
                                            </p:clrVal>
                                          </p:val>
                                        </p:tav>
                                        <p:tav tm="50000">
                                          <p:val>
                                            <p:clrVal>
                                              <a:schemeClr val="hlink"/>
                                            </p:clrVal>
                                          </p:val>
                                        </p:tav>
                                      </p:tavLst>
                                    </p:anim>
                                    <p:set>
                                      <p:cBhvr>
                                        <p:cTn id="82" dur="80"/>
                                        <p:tgtEl>
                                          <p:spTgt spid="5">
                                            <p:txEl>
                                              <p:pRg st="4" end="4"/>
                                            </p:txEl>
                                          </p:spTgt>
                                        </p:tgtEl>
                                        <p:attrNameLst>
                                          <p:attrName>fill.type</p:attrName>
                                        </p:attrNameLst>
                                      </p:cBhvr>
                                      <p:to>
                                        <p:strVal val="solid"/>
                                      </p:to>
                                    </p:set>
                                  </p:childTnLst>
                                </p:cTn>
                              </p:par>
                            </p:childTnLst>
                          </p:cTn>
                        </p:par>
                      </p:childTnLst>
                    </p:cTn>
                  </p:par>
                  <p:par>
                    <p:cTn id="83" fill="hold">
                      <p:stCondLst>
                        <p:cond delay="indefinite"/>
                      </p:stCondLst>
                      <p:childTnLst>
                        <p:par>
                          <p:cTn id="84" fill="hold">
                            <p:stCondLst>
                              <p:cond delay="0"/>
                            </p:stCondLst>
                            <p:childTnLst>
                              <p:par>
                                <p:cTn id="85" presetID="27" presetClass="entr" presetSubtype="0" fill="hold" nodeType="clickEffect">
                                  <p:stCondLst>
                                    <p:cond delay="0"/>
                                  </p:stCondLst>
                                  <p:iterate type="lt">
                                    <p:tmPct val="50000"/>
                                  </p:iterate>
                                  <p:childTnLst>
                                    <p:set>
                                      <p:cBhvr>
                                        <p:cTn id="86" dur="1" fill="hold">
                                          <p:stCondLst>
                                            <p:cond delay="0"/>
                                          </p:stCondLst>
                                        </p:cTn>
                                        <p:tgtEl>
                                          <p:spTgt spid="5">
                                            <p:txEl>
                                              <p:pRg st="5" end="5"/>
                                            </p:txEl>
                                          </p:spTgt>
                                        </p:tgtEl>
                                        <p:attrNameLst>
                                          <p:attrName>style.visibility</p:attrName>
                                        </p:attrNameLst>
                                      </p:cBhvr>
                                      <p:to>
                                        <p:strVal val="visible"/>
                                      </p:to>
                                    </p:set>
                                    <p:anim calcmode="discrete" valueType="clr">
                                      <p:cBhvr override="childStyle">
                                        <p:cTn id="87" dur="80"/>
                                        <p:tgtEl>
                                          <p:spTgt spid="5">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8" dur="80"/>
                                        <p:tgtEl>
                                          <p:spTgt spid="5">
                                            <p:txEl>
                                              <p:pRg st="5" end="5"/>
                                            </p:txEl>
                                          </p:spTgt>
                                        </p:tgtEl>
                                        <p:attrNameLst>
                                          <p:attrName>fillcolor</p:attrName>
                                        </p:attrNameLst>
                                      </p:cBhvr>
                                      <p:tavLst>
                                        <p:tav tm="0">
                                          <p:val>
                                            <p:clrVal>
                                              <a:schemeClr val="accent2"/>
                                            </p:clrVal>
                                          </p:val>
                                        </p:tav>
                                        <p:tav tm="50000">
                                          <p:val>
                                            <p:clrVal>
                                              <a:schemeClr val="hlink"/>
                                            </p:clrVal>
                                          </p:val>
                                        </p:tav>
                                      </p:tavLst>
                                    </p:anim>
                                    <p:set>
                                      <p:cBhvr>
                                        <p:cTn id="89" dur="80"/>
                                        <p:tgtEl>
                                          <p:spTgt spid="5">
                                            <p:txEl>
                                              <p:pRg st="5" end="5"/>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1560" y="404664"/>
            <a:ext cx="7542449" cy="2308324"/>
          </a:xfrm>
          <a:prstGeom prst="rect">
            <a:avLst/>
          </a:prstGeom>
          <a:noFill/>
        </p:spPr>
        <p:txBody>
          <a:bodyPr wrap="none" rtlCol="0">
            <a:spAutoFit/>
          </a:bodyPr>
          <a:lstStyle/>
          <a:p>
            <a:r>
              <a:rPr lang="en-US" b="1" i="1" dirty="0">
                <a:solidFill>
                  <a:srgbClr val="FF0000"/>
                </a:solidFill>
                <a:latin typeface="Algerian" pitchFamily="82" charset="0"/>
              </a:rPr>
              <a:t>🚨      Malware Prediction   </a:t>
            </a:r>
            <a:r>
              <a:rPr lang="en-US" b="1" i="1" dirty="0">
                <a:latin typeface="Arial Narrow" pitchFamily="34" charset="0"/>
              </a:rPr>
              <a:t>is the final decision-making step of the system</a:t>
            </a:r>
          </a:p>
          <a:p>
            <a:endParaRPr lang="en-US" b="1" i="1" dirty="0">
              <a:latin typeface="Arial Narrow" pitchFamily="34" charset="0"/>
            </a:endParaRPr>
          </a:p>
          <a:p>
            <a:r>
              <a:rPr lang="en-US" b="1" i="1" dirty="0">
                <a:solidFill>
                  <a:srgbClr val="FF0000"/>
                </a:solidFill>
                <a:latin typeface="Arial Narrow" pitchFamily="34" charset="0"/>
              </a:rPr>
              <a:t>🤖</a:t>
            </a:r>
            <a:r>
              <a:rPr lang="en-US" b="1" i="1" dirty="0">
                <a:latin typeface="Arial Narrow" pitchFamily="34" charset="0"/>
              </a:rPr>
              <a:t> </a:t>
            </a:r>
            <a:r>
              <a:rPr lang="en-US" b="1" i="1" dirty="0" err="1">
                <a:solidFill>
                  <a:srgbClr val="7030A0"/>
                </a:solidFill>
                <a:latin typeface="Arial Narrow" pitchFamily="34" charset="0"/>
              </a:rPr>
              <a:t>model.predict</a:t>
            </a:r>
            <a:r>
              <a:rPr lang="en-US" b="1" i="1" dirty="0">
                <a:solidFill>
                  <a:srgbClr val="7030A0"/>
                </a:solidFill>
                <a:latin typeface="Arial Narrow" pitchFamily="34" charset="0"/>
              </a:rPr>
              <a:t>(</a:t>
            </a:r>
            <a:r>
              <a:rPr lang="en-US" b="1" i="1" dirty="0" err="1">
                <a:solidFill>
                  <a:srgbClr val="7030A0"/>
                </a:solidFill>
                <a:latin typeface="Arial Narrow" pitchFamily="34" charset="0"/>
              </a:rPr>
              <a:t>new_file</a:t>
            </a:r>
            <a:r>
              <a:rPr lang="en-US" b="1" i="1" dirty="0">
                <a:solidFill>
                  <a:srgbClr val="7030A0"/>
                </a:solidFill>
                <a:latin typeface="Arial Narrow" pitchFamily="34" charset="0"/>
              </a:rPr>
              <a:t>) </a:t>
            </a:r>
            <a:r>
              <a:rPr lang="en-US" b="1" i="1" dirty="0">
                <a:latin typeface="Arial Narrow" pitchFamily="34" charset="0"/>
              </a:rPr>
              <a:t>analyzes the extracted features and classifies the file</a:t>
            </a:r>
          </a:p>
          <a:p>
            <a:r>
              <a:rPr lang="en-US" b="1" i="1" dirty="0">
                <a:solidFill>
                  <a:srgbClr val="FF0000"/>
                </a:solidFill>
                <a:latin typeface="Arial Narrow" pitchFamily="34" charset="0"/>
              </a:rPr>
              <a:t>🔴</a:t>
            </a:r>
            <a:r>
              <a:rPr lang="en-US" b="1" i="1" dirty="0">
                <a:latin typeface="Arial Narrow" pitchFamily="34" charset="0"/>
              </a:rPr>
              <a:t> </a:t>
            </a:r>
            <a:r>
              <a:rPr lang="en-US" b="1" i="1" dirty="0">
                <a:solidFill>
                  <a:srgbClr val="7030A0"/>
                </a:solidFill>
                <a:latin typeface="Arial Narrow" pitchFamily="34" charset="0"/>
              </a:rPr>
              <a:t>If the result is </a:t>
            </a:r>
            <a:r>
              <a:rPr lang="en-US" b="1" i="1" dirty="0">
                <a:latin typeface="Arial Narrow" pitchFamily="34" charset="0"/>
              </a:rPr>
              <a:t>1, the system identifies the file as </a:t>
            </a:r>
            <a:r>
              <a:rPr lang="en-US" b="1" i="1" dirty="0">
                <a:solidFill>
                  <a:srgbClr val="FF0000"/>
                </a:solidFill>
                <a:latin typeface="Arial Narrow" pitchFamily="34" charset="0"/>
              </a:rPr>
              <a:t>MALWARE DETECTED</a:t>
            </a:r>
          </a:p>
          <a:p>
            <a:r>
              <a:rPr lang="en-US" b="1" i="1" dirty="0">
                <a:solidFill>
                  <a:srgbClr val="FF0000"/>
                </a:solidFill>
                <a:latin typeface="Arial Narrow" pitchFamily="34" charset="0"/>
              </a:rPr>
              <a:t>⚠</a:t>
            </a:r>
            <a:r>
              <a:rPr lang="en-US" b="1" i="1" dirty="0">
                <a:latin typeface="Arial Narrow" pitchFamily="34" charset="0"/>
              </a:rPr>
              <a:t>   In this case, the recommended action is to quarantine or block the file</a:t>
            </a:r>
          </a:p>
          <a:p>
            <a:r>
              <a:rPr lang="en-US" b="1" i="1" dirty="0">
                <a:solidFill>
                  <a:srgbClr val="FF0000"/>
                </a:solidFill>
                <a:latin typeface="Arial Narrow" pitchFamily="34" charset="0"/>
              </a:rPr>
              <a:t>🟢</a:t>
            </a:r>
            <a:r>
              <a:rPr lang="en-US" b="1" i="1" dirty="0">
                <a:latin typeface="Arial Narrow" pitchFamily="34" charset="0"/>
              </a:rPr>
              <a:t> </a:t>
            </a:r>
            <a:r>
              <a:rPr lang="en-US" b="1" i="1" dirty="0">
                <a:solidFill>
                  <a:srgbClr val="7030A0"/>
                </a:solidFill>
                <a:latin typeface="Arial Narrow" pitchFamily="34" charset="0"/>
              </a:rPr>
              <a:t>If the result is 0</a:t>
            </a:r>
            <a:r>
              <a:rPr lang="en-US" b="1" i="1" dirty="0">
                <a:latin typeface="Arial Narrow" pitchFamily="34" charset="0"/>
              </a:rPr>
              <a:t>, the system classifies the file as </a:t>
            </a:r>
            <a:r>
              <a:rPr lang="en-US" b="1" i="1" dirty="0">
                <a:solidFill>
                  <a:srgbClr val="92D050"/>
                </a:solidFill>
                <a:latin typeface="Arial Narrow" pitchFamily="34" charset="0"/>
              </a:rPr>
              <a:t>SAFE</a:t>
            </a:r>
          </a:p>
          <a:p>
            <a:r>
              <a:rPr lang="en-US" b="1" i="1" dirty="0">
                <a:solidFill>
                  <a:srgbClr val="FF0000"/>
                </a:solidFill>
                <a:latin typeface="Arial Narrow" pitchFamily="34" charset="0"/>
              </a:rPr>
              <a:t>✅ </a:t>
            </a:r>
            <a:r>
              <a:rPr lang="en-US" b="1" i="1" dirty="0">
                <a:latin typeface="Arial Narrow" pitchFamily="34" charset="0"/>
              </a:rPr>
              <a:t>The file is then allowed to run normally, indicating no threat detected</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7" presetClass="entr" presetSubtype="0" fill="hold" nodeType="clickEffect">
                                  <p:stCondLst>
                                    <p:cond delay="0"/>
                                  </p:stCondLst>
                                  <p:iterate type="lt">
                                    <p:tmPct val="50000"/>
                                  </p:iterate>
                                  <p:childTnLst>
                                    <p:set>
                                      <p:cBhvr>
                                        <p:cTn id="11" dur="1" fill="hold">
                                          <p:stCondLst>
                                            <p:cond delay="0"/>
                                          </p:stCondLst>
                                        </p:cTn>
                                        <p:tgtEl>
                                          <p:spTgt spid="2">
                                            <p:txEl>
                                              <p:pRg st="2" end="2"/>
                                            </p:txEl>
                                          </p:spTgt>
                                        </p:tgtEl>
                                        <p:attrNameLst>
                                          <p:attrName>style.visibility</p:attrName>
                                        </p:attrNameLst>
                                      </p:cBhvr>
                                      <p:to>
                                        <p:strVal val="visible"/>
                                      </p:to>
                                    </p:set>
                                    <p:anim calcmode="discrete" valueType="clr">
                                      <p:cBhvr override="childStyle">
                                        <p:cTn id="12" dur="80"/>
                                        <p:tgtEl>
                                          <p:spTgt spid="2">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2">
                                            <p:txEl>
                                              <p:pRg st="2" end="2"/>
                                            </p:txEl>
                                          </p:spTgt>
                                        </p:tgtEl>
                                        <p:attrNameLst>
                                          <p:attrName>fillcolor</p:attrName>
                                        </p:attrNameLst>
                                      </p:cBhvr>
                                      <p:tavLst>
                                        <p:tav tm="0">
                                          <p:val>
                                            <p:clrVal>
                                              <a:schemeClr val="accent2"/>
                                            </p:clrVal>
                                          </p:val>
                                        </p:tav>
                                        <p:tav tm="50000">
                                          <p:val>
                                            <p:clrVal>
                                              <a:schemeClr val="hlink"/>
                                            </p:clrVal>
                                          </p:val>
                                        </p:tav>
                                      </p:tavLst>
                                    </p:anim>
                                    <p:set>
                                      <p:cBhvr>
                                        <p:cTn id="14" dur="80"/>
                                        <p:tgtEl>
                                          <p:spTgt spid="2">
                                            <p:txEl>
                                              <p:pRg st="2" end="2"/>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27" presetClass="entr" presetSubtype="0" fill="hold" nodeType="clickEffect">
                                  <p:stCondLst>
                                    <p:cond delay="0"/>
                                  </p:stCondLst>
                                  <p:iterate type="lt">
                                    <p:tmPct val="50000"/>
                                  </p:iterate>
                                  <p:childTnLst>
                                    <p:set>
                                      <p:cBhvr>
                                        <p:cTn id="18" dur="1" fill="hold">
                                          <p:stCondLst>
                                            <p:cond delay="0"/>
                                          </p:stCondLst>
                                        </p:cTn>
                                        <p:tgtEl>
                                          <p:spTgt spid="2">
                                            <p:txEl>
                                              <p:pRg st="3" end="3"/>
                                            </p:txEl>
                                          </p:spTgt>
                                        </p:tgtEl>
                                        <p:attrNameLst>
                                          <p:attrName>style.visibility</p:attrName>
                                        </p:attrNameLst>
                                      </p:cBhvr>
                                      <p:to>
                                        <p:strVal val="visible"/>
                                      </p:to>
                                    </p:set>
                                    <p:anim calcmode="discrete" valueType="clr">
                                      <p:cBhvr override="childStyle">
                                        <p:cTn id="19" dur="80"/>
                                        <p:tgtEl>
                                          <p:spTgt spid="2">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0" dur="80"/>
                                        <p:tgtEl>
                                          <p:spTgt spid="2">
                                            <p:txEl>
                                              <p:pRg st="3" end="3"/>
                                            </p:txEl>
                                          </p:spTgt>
                                        </p:tgtEl>
                                        <p:attrNameLst>
                                          <p:attrName>fillcolor</p:attrName>
                                        </p:attrNameLst>
                                      </p:cBhvr>
                                      <p:tavLst>
                                        <p:tav tm="0">
                                          <p:val>
                                            <p:clrVal>
                                              <a:schemeClr val="accent2"/>
                                            </p:clrVal>
                                          </p:val>
                                        </p:tav>
                                        <p:tav tm="50000">
                                          <p:val>
                                            <p:clrVal>
                                              <a:schemeClr val="hlink"/>
                                            </p:clrVal>
                                          </p:val>
                                        </p:tav>
                                      </p:tavLst>
                                    </p:anim>
                                    <p:set>
                                      <p:cBhvr>
                                        <p:cTn id="21" dur="80"/>
                                        <p:tgtEl>
                                          <p:spTgt spid="2">
                                            <p:txEl>
                                              <p:pRg st="3" end="3"/>
                                            </p:txEl>
                                          </p:spTgt>
                                        </p:tgtEl>
                                        <p:attrNameLst>
                                          <p:attrName>fill.type</p:attrName>
                                        </p:attrNameLst>
                                      </p:cBhvr>
                                      <p:to>
                                        <p:strVal val="solid"/>
                                      </p:to>
                                    </p:set>
                                  </p:childTnLst>
                                </p:cTn>
                              </p:par>
                            </p:childTnLst>
                          </p:cTn>
                        </p:par>
                      </p:childTnLst>
                    </p:cTn>
                  </p:par>
                  <p:par>
                    <p:cTn id="22" fill="hold">
                      <p:stCondLst>
                        <p:cond delay="indefinite"/>
                      </p:stCondLst>
                      <p:childTnLst>
                        <p:par>
                          <p:cTn id="23" fill="hold">
                            <p:stCondLst>
                              <p:cond delay="0"/>
                            </p:stCondLst>
                            <p:childTnLst>
                              <p:par>
                                <p:cTn id="24" presetID="27" presetClass="entr" presetSubtype="0" fill="hold" nodeType="clickEffect">
                                  <p:stCondLst>
                                    <p:cond delay="0"/>
                                  </p:stCondLst>
                                  <p:iterate type="lt">
                                    <p:tmPct val="50000"/>
                                  </p:iterate>
                                  <p:childTnLst>
                                    <p:set>
                                      <p:cBhvr>
                                        <p:cTn id="25" dur="1" fill="hold">
                                          <p:stCondLst>
                                            <p:cond delay="0"/>
                                          </p:stCondLst>
                                        </p:cTn>
                                        <p:tgtEl>
                                          <p:spTgt spid="2">
                                            <p:txEl>
                                              <p:pRg st="4" end="4"/>
                                            </p:txEl>
                                          </p:spTgt>
                                        </p:tgtEl>
                                        <p:attrNameLst>
                                          <p:attrName>style.visibility</p:attrName>
                                        </p:attrNameLst>
                                      </p:cBhvr>
                                      <p:to>
                                        <p:strVal val="visible"/>
                                      </p:to>
                                    </p:set>
                                    <p:anim calcmode="discrete" valueType="clr">
                                      <p:cBhvr override="childStyle">
                                        <p:cTn id="26" dur="80"/>
                                        <p:tgtEl>
                                          <p:spTgt spid="2">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7" dur="80"/>
                                        <p:tgtEl>
                                          <p:spTgt spid="2">
                                            <p:txEl>
                                              <p:pRg st="4" end="4"/>
                                            </p:txEl>
                                          </p:spTgt>
                                        </p:tgtEl>
                                        <p:attrNameLst>
                                          <p:attrName>fillcolor</p:attrName>
                                        </p:attrNameLst>
                                      </p:cBhvr>
                                      <p:tavLst>
                                        <p:tav tm="0">
                                          <p:val>
                                            <p:clrVal>
                                              <a:schemeClr val="accent2"/>
                                            </p:clrVal>
                                          </p:val>
                                        </p:tav>
                                        <p:tav tm="50000">
                                          <p:val>
                                            <p:clrVal>
                                              <a:schemeClr val="hlink"/>
                                            </p:clrVal>
                                          </p:val>
                                        </p:tav>
                                      </p:tavLst>
                                    </p:anim>
                                    <p:set>
                                      <p:cBhvr>
                                        <p:cTn id="28" dur="80"/>
                                        <p:tgtEl>
                                          <p:spTgt spid="2">
                                            <p:txEl>
                                              <p:pRg st="4" end="4"/>
                                            </p:txEl>
                                          </p:spTgt>
                                        </p:tgtEl>
                                        <p:attrNameLst>
                                          <p:attrName>fill.type</p:attrName>
                                        </p:attrNameLst>
                                      </p:cBhvr>
                                      <p:to>
                                        <p:strVal val="solid"/>
                                      </p:to>
                                    </p:set>
                                  </p:childTnLst>
                                </p:cTn>
                              </p:par>
                            </p:childTnLst>
                          </p:cTn>
                        </p:par>
                      </p:childTnLst>
                    </p:cTn>
                  </p:par>
                  <p:par>
                    <p:cTn id="29" fill="hold">
                      <p:stCondLst>
                        <p:cond delay="indefinite"/>
                      </p:stCondLst>
                      <p:childTnLst>
                        <p:par>
                          <p:cTn id="30" fill="hold">
                            <p:stCondLst>
                              <p:cond delay="0"/>
                            </p:stCondLst>
                            <p:childTnLst>
                              <p:par>
                                <p:cTn id="31" presetID="27" presetClass="entr" presetSubtype="0" fill="hold" nodeType="clickEffect">
                                  <p:stCondLst>
                                    <p:cond delay="0"/>
                                  </p:stCondLst>
                                  <p:iterate type="lt">
                                    <p:tmPct val="50000"/>
                                  </p:iterate>
                                  <p:childTnLst>
                                    <p:set>
                                      <p:cBhvr>
                                        <p:cTn id="32" dur="1" fill="hold">
                                          <p:stCondLst>
                                            <p:cond delay="0"/>
                                          </p:stCondLst>
                                        </p:cTn>
                                        <p:tgtEl>
                                          <p:spTgt spid="2">
                                            <p:txEl>
                                              <p:pRg st="5" end="5"/>
                                            </p:txEl>
                                          </p:spTgt>
                                        </p:tgtEl>
                                        <p:attrNameLst>
                                          <p:attrName>style.visibility</p:attrName>
                                        </p:attrNameLst>
                                      </p:cBhvr>
                                      <p:to>
                                        <p:strVal val="visible"/>
                                      </p:to>
                                    </p:set>
                                    <p:anim calcmode="discrete" valueType="clr">
                                      <p:cBhvr override="childStyle">
                                        <p:cTn id="33" dur="80"/>
                                        <p:tgtEl>
                                          <p:spTgt spid="2">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4" dur="80"/>
                                        <p:tgtEl>
                                          <p:spTgt spid="2">
                                            <p:txEl>
                                              <p:pRg st="5" end="5"/>
                                            </p:txEl>
                                          </p:spTgt>
                                        </p:tgtEl>
                                        <p:attrNameLst>
                                          <p:attrName>fillcolor</p:attrName>
                                        </p:attrNameLst>
                                      </p:cBhvr>
                                      <p:tavLst>
                                        <p:tav tm="0">
                                          <p:val>
                                            <p:clrVal>
                                              <a:schemeClr val="accent2"/>
                                            </p:clrVal>
                                          </p:val>
                                        </p:tav>
                                        <p:tav tm="50000">
                                          <p:val>
                                            <p:clrVal>
                                              <a:schemeClr val="hlink"/>
                                            </p:clrVal>
                                          </p:val>
                                        </p:tav>
                                      </p:tavLst>
                                    </p:anim>
                                    <p:set>
                                      <p:cBhvr>
                                        <p:cTn id="35" dur="80"/>
                                        <p:tgtEl>
                                          <p:spTgt spid="2">
                                            <p:txEl>
                                              <p:pRg st="5" end="5"/>
                                            </p:txEl>
                                          </p:spTgt>
                                        </p:tgtEl>
                                        <p:attrNameLst>
                                          <p:attrName>fill.type</p:attrName>
                                        </p:attrNameLst>
                                      </p:cBhvr>
                                      <p:to>
                                        <p:strVal val="solid"/>
                                      </p:to>
                                    </p:set>
                                  </p:childTnLst>
                                </p:cTn>
                              </p:par>
                            </p:childTnLst>
                          </p:cTn>
                        </p:par>
                      </p:childTnLst>
                    </p:cTn>
                  </p:par>
                  <p:par>
                    <p:cTn id="36" fill="hold">
                      <p:stCondLst>
                        <p:cond delay="indefinite"/>
                      </p:stCondLst>
                      <p:childTnLst>
                        <p:par>
                          <p:cTn id="37" fill="hold">
                            <p:stCondLst>
                              <p:cond delay="0"/>
                            </p:stCondLst>
                            <p:childTnLst>
                              <p:par>
                                <p:cTn id="38" presetID="27" presetClass="entr" presetSubtype="0" fill="hold" nodeType="clickEffect">
                                  <p:stCondLst>
                                    <p:cond delay="0"/>
                                  </p:stCondLst>
                                  <p:iterate type="lt">
                                    <p:tmPct val="50000"/>
                                  </p:iterate>
                                  <p:childTnLst>
                                    <p:set>
                                      <p:cBhvr>
                                        <p:cTn id="39" dur="1" fill="hold">
                                          <p:stCondLst>
                                            <p:cond delay="0"/>
                                          </p:stCondLst>
                                        </p:cTn>
                                        <p:tgtEl>
                                          <p:spTgt spid="2">
                                            <p:txEl>
                                              <p:pRg st="6" end="6"/>
                                            </p:txEl>
                                          </p:spTgt>
                                        </p:tgtEl>
                                        <p:attrNameLst>
                                          <p:attrName>style.visibility</p:attrName>
                                        </p:attrNameLst>
                                      </p:cBhvr>
                                      <p:to>
                                        <p:strVal val="visible"/>
                                      </p:to>
                                    </p:set>
                                    <p:anim calcmode="discrete" valueType="clr">
                                      <p:cBhvr override="childStyle">
                                        <p:cTn id="40" dur="80"/>
                                        <p:tgtEl>
                                          <p:spTgt spid="2">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1" dur="80"/>
                                        <p:tgtEl>
                                          <p:spTgt spid="2">
                                            <p:txEl>
                                              <p:pRg st="6" end="6"/>
                                            </p:txEl>
                                          </p:spTgt>
                                        </p:tgtEl>
                                        <p:attrNameLst>
                                          <p:attrName>fillcolor</p:attrName>
                                        </p:attrNameLst>
                                      </p:cBhvr>
                                      <p:tavLst>
                                        <p:tav tm="0">
                                          <p:val>
                                            <p:clrVal>
                                              <a:schemeClr val="accent2"/>
                                            </p:clrVal>
                                          </p:val>
                                        </p:tav>
                                        <p:tav tm="50000">
                                          <p:val>
                                            <p:clrVal>
                                              <a:schemeClr val="hlink"/>
                                            </p:clrVal>
                                          </p:val>
                                        </p:tav>
                                      </p:tavLst>
                                    </p:anim>
                                    <p:set>
                                      <p:cBhvr>
                                        <p:cTn id="42" dur="80"/>
                                        <p:tgtEl>
                                          <p:spTgt spid="2">
                                            <p:txEl>
                                              <p:pRg st="6" end="6"/>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23728" y="116632"/>
            <a:ext cx="5155579" cy="523220"/>
          </a:xfrm>
          <a:prstGeom prst="rect">
            <a:avLst/>
          </a:prstGeom>
          <a:noFill/>
          <a:effectLst>
            <a:glow rad="228600">
              <a:schemeClr val="accent5">
                <a:satMod val="175000"/>
                <a:alpha val="40000"/>
              </a:schemeClr>
            </a:glow>
          </a:effectLst>
        </p:spPr>
        <p:txBody>
          <a:bodyPr wrap="none" rtlCol="0">
            <a:spAutoFit/>
          </a:bodyPr>
          <a:lstStyle/>
          <a:p>
            <a:r>
              <a:rPr lang="en-US" sz="2800" u="sng" dirty="0">
                <a:latin typeface="Algerian" pitchFamily="82" charset="0"/>
              </a:rPr>
              <a:t>Flow</a:t>
            </a:r>
            <a:r>
              <a:rPr lang="en-US" sz="2800" dirty="0">
                <a:latin typeface="Algerian" pitchFamily="82" charset="0"/>
              </a:rPr>
              <a:t> </a:t>
            </a:r>
            <a:r>
              <a:rPr lang="en-US" sz="2800" u="sng" dirty="0">
                <a:latin typeface="Algerian" pitchFamily="82" charset="0"/>
              </a:rPr>
              <a:t>chart</a:t>
            </a:r>
            <a:r>
              <a:rPr lang="en-US" sz="2800" dirty="0">
                <a:latin typeface="Algerian" pitchFamily="82" charset="0"/>
              </a:rPr>
              <a:t> </a:t>
            </a:r>
            <a:r>
              <a:rPr lang="en-US" sz="2800" u="sng" dirty="0">
                <a:latin typeface="Algerian" pitchFamily="82" charset="0"/>
              </a:rPr>
              <a:t>of</a:t>
            </a:r>
            <a:r>
              <a:rPr lang="en-US" sz="2800" dirty="0">
                <a:latin typeface="Algerian" pitchFamily="82" charset="0"/>
              </a:rPr>
              <a:t> </a:t>
            </a:r>
            <a:r>
              <a:rPr lang="en-US" sz="2800" u="sng" dirty="0">
                <a:latin typeface="Algerian" pitchFamily="82" charset="0"/>
              </a:rPr>
              <a:t>the</a:t>
            </a:r>
            <a:r>
              <a:rPr lang="en-US" sz="2800" dirty="0">
                <a:latin typeface="Algerian" pitchFamily="82" charset="0"/>
              </a:rPr>
              <a:t> </a:t>
            </a:r>
            <a:r>
              <a:rPr lang="en-US" sz="2800" u="sng" dirty="0">
                <a:latin typeface="Algerian" pitchFamily="82" charset="0"/>
              </a:rPr>
              <a:t>project</a:t>
            </a:r>
          </a:p>
        </p:txBody>
      </p:sp>
      <p:sp>
        <p:nvSpPr>
          <p:cNvPr id="5" name="Rectangle 4"/>
          <p:cNvSpPr/>
          <p:nvPr/>
        </p:nvSpPr>
        <p:spPr>
          <a:xfrm>
            <a:off x="3779912" y="764704"/>
            <a:ext cx="1152128" cy="504056"/>
          </a:xfrm>
          <a:prstGeom prst="rect">
            <a:avLst/>
          </a:prstGeom>
          <a:solidFill>
            <a:schemeClr val="tx1">
              <a:lumMod val="65000"/>
            </a:schemeClr>
          </a:solidFill>
          <a:ln>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lgerian" pitchFamily="82" charset="0"/>
              </a:rPr>
              <a:t>start</a:t>
            </a:r>
          </a:p>
        </p:txBody>
      </p:sp>
      <p:cxnSp>
        <p:nvCxnSpPr>
          <p:cNvPr id="7" name="Straight Arrow Connector 6"/>
          <p:cNvCxnSpPr/>
          <p:nvPr/>
        </p:nvCxnSpPr>
        <p:spPr>
          <a:xfrm>
            <a:off x="4355976" y="1268760"/>
            <a:ext cx="0" cy="43204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9" name="Rectangle 8"/>
          <p:cNvSpPr/>
          <p:nvPr/>
        </p:nvSpPr>
        <p:spPr>
          <a:xfrm>
            <a:off x="3491880" y="1772816"/>
            <a:ext cx="1656184" cy="648072"/>
          </a:xfrm>
          <a:prstGeom prst="rect">
            <a:avLst/>
          </a:prstGeom>
          <a:solidFill>
            <a:schemeClr val="bg2">
              <a:lumMod val="75000"/>
            </a:schemeClr>
          </a:solidFill>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lgerian" pitchFamily="82" charset="0"/>
              </a:rPr>
              <a:t>Collects the data</a:t>
            </a:r>
          </a:p>
        </p:txBody>
      </p:sp>
      <p:cxnSp>
        <p:nvCxnSpPr>
          <p:cNvPr id="10" name="Straight Arrow Connector 9"/>
          <p:cNvCxnSpPr/>
          <p:nvPr/>
        </p:nvCxnSpPr>
        <p:spPr>
          <a:xfrm>
            <a:off x="4355976" y="2492896"/>
            <a:ext cx="0" cy="43204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3" name="Rectangle 12"/>
          <p:cNvSpPr/>
          <p:nvPr/>
        </p:nvSpPr>
        <p:spPr>
          <a:xfrm>
            <a:off x="3419872" y="2996952"/>
            <a:ext cx="1872208" cy="576064"/>
          </a:xfrm>
          <a:prstGeom prst="rect">
            <a:avLst/>
          </a:prstGeom>
          <a:solidFill>
            <a:schemeClr val="tx2">
              <a:lumMod val="90000"/>
            </a:schemeClr>
          </a:solidFill>
          <a:effectLst>
            <a:glow rad="1397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lgerian" pitchFamily="82" charset="0"/>
              </a:rPr>
              <a:t>Features extractions</a:t>
            </a:r>
          </a:p>
        </p:txBody>
      </p:sp>
      <p:cxnSp>
        <p:nvCxnSpPr>
          <p:cNvPr id="16" name="Straight Arrow Connector 15"/>
          <p:cNvCxnSpPr/>
          <p:nvPr/>
        </p:nvCxnSpPr>
        <p:spPr>
          <a:xfrm>
            <a:off x="4427984" y="3645024"/>
            <a:ext cx="0" cy="43204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8" name="Straight Connector 17"/>
          <p:cNvCxnSpPr/>
          <p:nvPr/>
        </p:nvCxnSpPr>
        <p:spPr>
          <a:xfrm>
            <a:off x="899592" y="4077072"/>
            <a:ext cx="7416824" cy="0"/>
          </a:xfrm>
          <a:prstGeom prst="line">
            <a:avLst/>
          </a:prstGeom>
          <a:ln>
            <a:solidFill>
              <a:schemeClr val="accent2">
                <a:lumMod val="40000"/>
                <a:lumOff val="60000"/>
              </a:schemeClr>
            </a:solidFill>
          </a:ln>
          <a:effectLst>
            <a:glow rad="1397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899592" y="4077072"/>
            <a:ext cx="0" cy="43204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22" name="Straight Arrow Connector 21"/>
          <p:cNvCxnSpPr/>
          <p:nvPr/>
        </p:nvCxnSpPr>
        <p:spPr>
          <a:xfrm>
            <a:off x="4644008" y="4149080"/>
            <a:ext cx="0" cy="43204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23" name="Straight Arrow Connector 22"/>
          <p:cNvCxnSpPr/>
          <p:nvPr/>
        </p:nvCxnSpPr>
        <p:spPr>
          <a:xfrm>
            <a:off x="8316416" y="4077072"/>
            <a:ext cx="0" cy="43204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25" name="Rounded Rectangle 24"/>
          <p:cNvSpPr/>
          <p:nvPr/>
        </p:nvSpPr>
        <p:spPr>
          <a:xfrm>
            <a:off x="323528" y="4509120"/>
            <a:ext cx="1584176" cy="576064"/>
          </a:xfrm>
          <a:prstGeom prst="roundRect">
            <a:avLst/>
          </a:prstGeom>
          <a:effectLst>
            <a:glow rad="228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lgerian" pitchFamily="82" charset="0"/>
              </a:rPr>
              <a:t>Data pre processing</a:t>
            </a:r>
          </a:p>
        </p:txBody>
      </p:sp>
      <p:sp>
        <p:nvSpPr>
          <p:cNvPr id="26" name="Rounded Rectangle 25"/>
          <p:cNvSpPr/>
          <p:nvPr/>
        </p:nvSpPr>
        <p:spPr>
          <a:xfrm>
            <a:off x="3923928" y="4509120"/>
            <a:ext cx="1512168" cy="576064"/>
          </a:xfrm>
          <a:prstGeom prst="roundRect">
            <a:avLst/>
          </a:prstGeom>
          <a:effectLst>
            <a:glow rad="228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lgerian" pitchFamily="82" charset="0"/>
              </a:rPr>
              <a:t>Train the model</a:t>
            </a:r>
          </a:p>
        </p:txBody>
      </p:sp>
      <p:sp>
        <p:nvSpPr>
          <p:cNvPr id="27" name="Rounded Rectangle 26"/>
          <p:cNvSpPr/>
          <p:nvPr/>
        </p:nvSpPr>
        <p:spPr>
          <a:xfrm>
            <a:off x="7668344" y="4509120"/>
            <a:ext cx="1475656" cy="576064"/>
          </a:xfrm>
          <a:prstGeom prst="roundRect">
            <a:avLst/>
          </a:prstGeom>
          <a:effectLst>
            <a:glow rad="228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lgerian" pitchFamily="82" charset="0"/>
              </a:rPr>
              <a:t>Test the model</a:t>
            </a:r>
          </a:p>
        </p:txBody>
      </p:sp>
      <p:cxnSp>
        <p:nvCxnSpPr>
          <p:cNvPr id="29" name="Straight Connector 28"/>
          <p:cNvCxnSpPr/>
          <p:nvPr/>
        </p:nvCxnSpPr>
        <p:spPr>
          <a:xfrm>
            <a:off x="1187624" y="5157192"/>
            <a:ext cx="0"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1187624" y="5445224"/>
            <a:ext cx="72728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8460432" y="5229200"/>
            <a:ext cx="0" cy="216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4644008" y="5157192"/>
            <a:ext cx="0" cy="28803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4644008" y="5517232"/>
            <a:ext cx="0" cy="43204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48" name="Rectangle 47"/>
          <p:cNvSpPr/>
          <p:nvPr/>
        </p:nvSpPr>
        <p:spPr>
          <a:xfrm>
            <a:off x="3059832" y="5943600"/>
            <a:ext cx="3168352" cy="914400"/>
          </a:xfrm>
          <a:prstGeom prst="rect">
            <a:avLst/>
          </a:prstGeom>
          <a:effectLst>
            <a:glow rad="228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lgerian" pitchFamily="82" charset="0"/>
              </a:rPr>
              <a:t>Detects files and divides the files to malware or safe</a:t>
            </a:r>
          </a:p>
        </p:txBody>
      </p:sp>
      <p:cxnSp>
        <p:nvCxnSpPr>
          <p:cNvPr id="51" name="Straight Arrow Connector 50"/>
          <p:cNvCxnSpPr/>
          <p:nvPr/>
        </p:nvCxnSpPr>
        <p:spPr>
          <a:xfrm>
            <a:off x="6300192" y="6309320"/>
            <a:ext cx="504056" cy="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53" name="Rounded Rectangle 52"/>
          <p:cNvSpPr/>
          <p:nvPr/>
        </p:nvSpPr>
        <p:spPr>
          <a:xfrm>
            <a:off x="6876256" y="6165304"/>
            <a:ext cx="1296144" cy="576064"/>
          </a:xfrm>
          <a:prstGeom prst="roundRect">
            <a:avLst/>
          </a:prstGeom>
          <a:solidFill>
            <a:schemeClr val="tx1">
              <a:lumMod val="65000"/>
            </a:schemeClr>
          </a:solidFill>
          <a:effectLst>
            <a:glow rad="228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lgerian" pitchFamily="82" charset="0"/>
              </a:rPr>
              <a:t>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heckerboard(across)">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checkerboard(across)">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checkerboard(across)">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down)">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down)">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down)">
                                      <p:cBhvr>
                                        <p:cTn id="47" dur="500"/>
                                        <p:tgtEl>
                                          <p:spTgt spid="21"/>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checkerboard(across)">
                                      <p:cBhvr>
                                        <p:cTn id="52" dur="500"/>
                                        <p:tgtEl>
                                          <p:spTgt spid="2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wipe(down)">
                                      <p:cBhvr>
                                        <p:cTn id="57" dur="500"/>
                                        <p:tgtEl>
                                          <p:spTgt spid="22"/>
                                        </p:tgtEl>
                                      </p:cBhvr>
                                    </p:animEffect>
                                  </p:childTnLst>
                                </p:cTn>
                              </p:par>
                            </p:childTnLst>
                          </p:cTn>
                        </p:par>
                      </p:childTnLst>
                    </p:cTn>
                  </p:par>
                  <p:par>
                    <p:cTn id="58" fill="hold">
                      <p:stCondLst>
                        <p:cond delay="indefinite"/>
                      </p:stCondLst>
                      <p:childTnLst>
                        <p:par>
                          <p:cTn id="59" fill="hold">
                            <p:stCondLst>
                              <p:cond delay="0"/>
                            </p:stCondLst>
                            <p:childTnLst>
                              <p:par>
                                <p:cTn id="60" presetID="5" presetClass="entr" presetSubtype="10" fill="hold" grpId="0"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checkerboard(across)">
                                      <p:cBhvr>
                                        <p:cTn id="62" dur="500"/>
                                        <p:tgtEl>
                                          <p:spTgt spid="2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wipe(down)">
                                      <p:cBhvr>
                                        <p:cTn id="67" dur="500"/>
                                        <p:tgtEl>
                                          <p:spTgt spid="23"/>
                                        </p:tgtEl>
                                      </p:cBhvr>
                                    </p:animEffect>
                                  </p:childTnLst>
                                </p:cTn>
                              </p:par>
                            </p:childTnLst>
                          </p:cTn>
                        </p:par>
                      </p:childTnLst>
                    </p:cTn>
                  </p:par>
                  <p:par>
                    <p:cTn id="68" fill="hold">
                      <p:stCondLst>
                        <p:cond delay="indefinite"/>
                      </p:stCondLst>
                      <p:childTnLst>
                        <p:par>
                          <p:cTn id="69" fill="hold">
                            <p:stCondLst>
                              <p:cond delay="0"/>
                            </p:stCondLst>
                            <p:childTnLst>
                              <p:par>
                                <p:cTn id="70" presetID="5" presetClass="entr" presetSubtype="10" fill="hold" grpId="0" nodeType="click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checkerboard(across)">
                                      <p:cBhvr>
                                        <p:cTn id="72" dur="500"/>
                                        <p:tgtEl>
                                          <p:spTgt spid="27"/>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nodeType="clickEffect">
                                  <p:stCondLst>
                                    <p:cond delay="0"/>
                                  </p:stCondLst>
                                  <p:childTnLst>
                                    <p:set>
                                      <p:cBhvr>
                                        <p:cTn id="76" dur="1" fill="hold">
                                          <p:stCondLst>
                                            <p:cond delay="0"/>
                                          </p:stCondLst>
                                        </p:cTn>
                                        <p:tgtEl>
                                          <p:spTgt spid="45"/>
                                        </p:tgtEl>
                                        <p:attrNameLst>
                                          <p:attrName>style.visibility</p:attrName>
                                        </p:attrNameLst>
                                      </p:cBhvr>
                                      <p:to>
                                        <p:strVal val="visible"/>
                                      </p:to>
                                    </p:set>
                                    <p:animEffect transition="in" filter="wipe(down)">
                                      <p:cBhvr>
                                        <p:cTn id="77" dur="500"/>
                                        <p:tgtEl>
                                          <p:spTgt spid="45"/>
                                        </p:tgtEl>
                                      </p:cBhvr>
                                    </p:animEffect>
                                  </p:childTnLst>
                                </p:cTn>
                              </p:par>
                            </p:childTnLst>
                          </p:cTn>
                        </p:par>
                      </p:childTnLst>
                    </p:cTn>
                  </p:par>
                  <p:par>
                    <p:cTn id="78" fill="hold">
                      <p:stCondLst>
                        <p:cond delay="indefinite"/>
                      </p:stCondLst>
                      <p:childTnLst>
                        <p:par>
                          <p:cTn id="79" fill="hold">
                            <p:stCondLst>
                              <p:cond delay="0"/>
                            </p:stCondLst>
                            <p:childTnLst>
                              <p:par>
                                <p:cTn id="80" presetID="5" presetClass="entr" presetSubtype="10" fill="hold" grpId="0" nodeType="clickEffect">
                                  <p:stCondLst>
                                    <p:cond delay="0"/>
                                  </p:stCondLst>
                                  <p:childTnLst>
                                    <p:set>
                                      <p:cBhvr>
                                        <p:cTn id="81" dur="1" fill="hold">
                                          <p:stCondLst>
                                            <p:cond delay="0"/>
                                          </p:stCondLst>
                                        </p:cTn>
                                        <p:tgtEl>
                                          <p:spTgt spid="48"/>
                                        </p:tgtEl>
                                        <p:attrNameLst>
                                          <p:attrName>style.visibility</p:attrName>
                                        </p:attrNameLst>
                                      </p:cBhvr>
                                      <p:to>
                                        <p:strVal val="visible"/>
                                      </p:to>
                                    </p:set>
                                    <p:animEffect transition="in" filter="checkerboard(across)">
                                      <p:cBhvr>
                                        <p:cTn id="82" dur="500"/>
                                        <p:tgtEl>
                                          <p:spTgt spid="48"/>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nodeType="clickEffect">
                                  <p:stCondLst>
                                    <p:cond delay="0"/>
                                  </p:stCondLst>
                                  <p:childTnLst>
                                    <p:set>
                                      <p:cBhvr>
                                        <p:cTn id="86" dur="1" fill="hold">
                                          <p:stCondLst>
                                            <p:cond delay="0"/>
                                          </p:stCondLst>
                                        </p:cTn>
                                        <p:tgtEl>
                                          <p:spTgt spid="51"/>
                                        </p:tgtEl>
                                        <p:attrNameLst>
                                          <p:attrName>style.visibility</p:attrName>
                                        </p:attrNameLst>
                                      </p:cBhvr>
                                      <p:to>
                                        <p:strVal val="visible"/>
                                      </p:to>
                                    </p:set>
                                    <p:animEffect transition="in" filter="wipe(down)">
                                      <p:cBhvr>
                                        <p:cTn id="87" dur="500"/>
                                        <p:tgtEl>
                                          <p:spTgt spid="51"/>
                                        </p:tgtEl>
                                      </p:cBhvr>
                                    </p:animEffect>
                                  </p:childTnLst>
                                </p:cTn>
                              </p:par>
                            </p:childTnLst>
                          </p:cTn>
                        </p:par>
                      </p:childTnLst>
                    </p:cTn>
                  </p:par>
                  <p:par>
                    <p:cTn id="88" fill="hold">
                      <p:stCondLst>
                        <p:cond delay="indefinite"/>
                      </p:stCondLst>
                      <p:childTnLst>
                        <p:par>
                          <p:cTn id="89" fill="hold">
                            <p:stCondLst>
                              <p:cond delay="0"/>
                            </p:stCondLst>
                            <p:childTnLst>
                              <p:par>
                                <p:cTn id="90" presetID="5" presetClass="entr" presetSubtype="10" fill="hold" grpId="0" nodeType="clickEffect">
                                  <p:stCondLst>
                                    <p:cond delay="0"/>
                                  </p:stCondLst>
                                  <p:childTnLst>
                                    <p:set>
                                      <p:cBhvr>
                                        <p:cTn id="91" dur="1" fill="hold">
                                          <p:stCondLst>
                                            <p:cond delay="0"/>
                                          </p:stCondLst>
                                        </p:cTn>
                                        <p:tgtEl>
                                          <p:spTgt spid="53"/>
                                        </p:tgtEl>
                                        <p:attrNameLst>
                                          <p:attrName>style.visibility</p:attrName>
                                        </p:attrNameLst>
                                      </p:cBhvr>
                                      <p:to>
                                        <p:strVal val="visible"/>
                                      </p:to>
                                    </p:set>
                                    <p:animEffect transition="in" filter="checkerboard(across)">
                                      <p:cBhvr>
                                        <p:cTn id="92"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3" grpId="0" animBg="1"/>
      <p:bldP spid="25" grpId="0" animBg="1"/>
      <p:bldP spid="26" grpId="0" animBg="1"/>
      <p:bldP spid="27" grpId="0" animBg="1"/>
      <p:bldP spid="48" grpId="0" animBg="1"/>
      <p:bldP spid="5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91680" y="0"/>
            <a:ext cx="6295313" cy="523220"/>
          </a:xfrm>
          <a:prstGeom prst="rect">
            <a:avLst/>
          </a:prstGeom>
          <a:noFill/>
        </p:spPr>
        <p:txBody>
          <a:bodyPr wrap="none" rtlCol="0">
            <a:spAutoFit/>
          </a:bodyPr>
          <a:lstStyle/>
          <a:p>
            <a:r>
              <a:rPr lang="en-US" sz="2800" u="sng" dirty="0">
                <a:latin typeface="Algerian" pitchFamily="82" charset="0"/>
              </a:rPr>
              <a:t>Diagram related to the project</a:t>
            </a:r>
          </a:p>
        </p:txBody>
      </p:sp>
      <p:pic>
        <p:nvPicPr>
          <p:cNvPr id="3" name="Picture 2" descr="WhatsApp Image 2026-02-06 at 4.56.13 PM.jpeg"/>
          <p:cNvPicPr>
            <a:picLocks noChangeAspect="1"/>
          </p:cNvPicPr>
          <p:nvPr/>
        </p:nvPicPr>
        <p:blipFill>
          <a:blip r:embed="rId2" cstate="print"/>
          <a:srcRect l="4472" t="21650" r="27236" b="14301"/>
          <a:stretch>
            <a:fillRect/>
          </a:stretch>
        </p:blipFill>
        <p:spPr>
          <a:xfrm>
            <a:off x="2411760" y="764704"/>
            <a:ext cx="4680520" cy="583264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47664" y="188640"/>
            <a:ext cx="6437981" cy="523220"/>
          </a:xfrm>
          <a:prstGeom prst="rect">
            <a:avLst/>
          </a:prstGeom>
          <a:noFill/>
        </p:spPr>
        <p:txBody>
          <a:bodyPr wrap="none" rtlCol="0">
            <a:spAutoFit/>
          </a:bodyPr>
          <a:lstStyle/>
          <a:p>
            <a:r>
              <a:rPr lang="en-US" sz="2800" u="sng" dirty="0">
                <a:latin typeface="Algerian" pitchFamily="82" charset="0"/>
              </a:rPr>
              <a:t>Over all summary of the project</a:t>
            </a:r>
          </a:p>
        </p:txBody>
      </p:sp>
      <p:sp>
        <p:nvSpPr>
          <p:cNvPr id="3" name="TextBox 2"/>
          <p:cNvSpPr txBox="1"/>
          <p:nvPr/>
        </p:nvSpPr>
        <p:spPr>
          <a:xfrm>
            <a:off x="0" y="2348880"/>
            <a:ext cx="9404149" cy="2554545"/>
          </a:xfrm>
          <a:prstGeom prst="rect">
            <a:avLst/>
          </a:prstGeom>
          <a:noFill/>
        </p:spPr>
        <p:txBody>
          <a:bodyPr wrap="square" rtlCol="0">
            <a:spAutoFit/>
          </a:bodyPr>
          <a:lstStyle/>
          <a:p>
            <a:r>
              <a:rPr lang="en-US" sz="2000" b="1" i="1" dirty="0">
                <a:solidFill>
                  <a:srgbClr val="FF0000"/>
                </a:solidFill>
                <a:latin typeface="Arial Narrow" pitchFamily="34" charset="0"/>
              </a:rPr>
              <a:t>🛡Malware Detection Using Machine Learning</a:t>
            </a:r>
            <a:r>
              <a:rPr lang="en-US" sz="2000" b="1" i="1" dirty="0">
                <a:latin typeface="Arial Narrow" pitchFamily="34" charset="0"/>
              </a:rPr>
              <a:t> focuses on identifying malicious software</a:t>
            </a:r>
          </a:p>
          <a:p>
            <a:r>
              <a:rPr lang="en-US" sz="2000" b="1" i="1" dirty="0">
                <a:latin typeface="Arial Narrow" pitchFamily="34" charset="0"/>
              </a:rPr>
              <a:t> by learning patterns from data instead of relying on traditional signature-based methods. </a:t>
            </a:r>
          </a:p>
          <a:p>
            <a:r>
              <a:rPr lang="en-US" sz="2000" b="1" i="1" dirty="0">
                <a:latin typeface="Arial Narrow" pitchFamily="34" charset="0"/>
              </a:rPr>
              <a:t>A Random Forest classifier is trained on features extracted from both malware and safe files, </a:t>
            </a:r>
          </a:p>
          <a:p>
            <a:r>
              <a:rPr lang="en-US" sz="2000" b="1" i="1" dirty="0">
                <a:latin typeface="Arial Narrow" pitchFamily="34" charset="0"/>
              </a:rPr>
              <a:t>then evaluated using metrics like accuracy, precision, recall, and confusion matrix. </a:t>
            </a:r>
          </a:p>
          <a:p>
            <a:r>
              <a:rPr lang="en-US" sz="2000" b="1" i="1" dirty="0">
                <a:latin typeface="Arial Narrow" pitchFamily="34" charset="0"/>
              </a:rPr>
              <a:t>The trained model can classify new, unseen files as malware or safe, enabling faster,</a:t>
            </a:r>
          </a:p>
          <a:p>
            <a:r>
              <a:rPr lang="en-US" sz="2000" b="1" i="1" dirty="0">
                <a:latin typeface="Arial Narrow" pitchFamily="34" charset="0"/>
              </a:rPr>
              <a:t> smarter, and more reliable detection, including unknown threats, and demonstrating </a:t>
            </a:r>
          </a:p>
          <a:p>
            <a:r>
              <a:rPr lang="en-US" sz="2000" b="1" i="1" dirty="0">
                <a:latin typeface="Arial Narrow" pitchFamily="34" charset="0"/>
              </a:rPr>
              <a:t>how ML improves modern </a:t>
            </a:r>
            <a:r>
              <a:rPr lang="en-US" sz="2000" b="1" i="1" dirty="0" err="1">
                <a:latin typeface="Arial Narrow" pitchFamily="34" charset="0"/>
              </a:rPr>
              <a:t>cybersecurity</a:t>
            </a:r>
            <a:r>
              <a:rPr lang="en-US" sz="2000" b="1" i="1" dirty="0">
                <a:latin typeface="Arial Narrow" pitchFamily="34" charset="0"/>
              </a:rPr>
              <a:t> systems.</a:t>
            </a:r>
          </a:p>
          <a:p>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heckerboard(across)">
                                      <p:cBhvr>
                                        <p:cTn id="17" dur="500"/>
                                        <p:tgtEl>
                                          <p:spTgt spid="3">
                                            <p:txEl>
                                              <p:pRg st="1" end="1"/>
                                            </p:txEl>
                                          </p:spTgt>
                                        </p:tgtEl>
                                      </p:cBhvr>
                                    </p:animEffect>
                                  </p:childTnLst>
                                </p:cTn>
                              </p:par>
                              <p:par>
                                <p:cTn id="18" presetID="5" presetClass="entr" presetSubtype="10" fill="hold"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checkerboard(across)">
                                      <p:cBhvr>
                                        <p:cTn id="20" dur="500"/>
                                        <p:tgtEl>
                                          <p:spTgt spid="3">
                                            <p:txEl>
                                              <p:pRg st="2" end="2"/>
                                            </p:txEl>
                                          </p:spTgt>
                                        </p:tgtEl>
                                      </p:cBhvr>
                                    </p:animEffect>
                                  </p:childTnLst>
                                </p:cTn>
                              </p:par>
                              <p:par>
                                <p:cTn id="21" presetID="5" presetClass="entr" presetSubtype="10"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checkerboard(across)">
                                      <p:cBhvr>
                                        <p:cTn id="23" dur="500"/>
                                        <p:tgtEl>
                                          <p:spTgt spid="3">
                                            <p:txEl>
                                              <p:pRg st="3" end="3"/>
                                            </p:txEl>
                                          </p:spTgt>
                                        </p:tgtEl>
                                      </p:cBhvr>
                                    </p:animEffect>
                                  </p:childTnLst>
                                </p:cTn>
                              </p:par>
                              <p:par>
                                <p:cTn id="24" presetID="5" presetClass="entr" presetSubtype="10" fill="hold" nodeType="with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checkerboard(across)">
                                      <p:cBhvr>
                                        <p:cTn id="26" dur="500"/>
                                        <p:tgtEl>
                                          <p:spTgt spid="3">
                                            <p:txEl>
                                              <p:pRg st="4" end="4"/>
                                            </p:txEl>
                                          </p:spTgt>
                                        </p:tgtEl>
                                      </p:cBhvr>
                                    </p:animEffect>
                                  </p:childTnLst>
                                </p:cTn>
                              </p:par>
                              <p:par>
                                <p:cTn id="27" presetID="5" presetClass="entr" presetSubtype="1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checkerboard(across)">
                                      <p:cBhvr>
                                        <p:cTn id="29" dur="500"/>
                                        <p:tgtEl>
                                          <p:spTgt spid="3">
                                            <p:txEl>
                                              <p:pRg st="5" end="5"/>
                                            </p:txEl>
                                          </p:spTgt>
                                        </p:tgtEl>
                                      </p:cBhvr>
                                    </p:animEffect>
                                  </p:childTnLst>
                                </p:cTn>
                              </p:par>
                              <p:par>
                                <p:cTn id="30" presetID="5" presetClass="entr" presetSubtype="1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checkerboard(across)">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wnload.jpg"/>
          <p:cNvPicPr>
            <a:picLocks noChangeAspect="1"/>
          </p:cNvPicPr>
          <p:nvPr/>
        </p:nvPicPr>
        <p:blipFill>
          <a:blip r:embed="rId2" cstate="print"/>
          <a:stretch>
            <a:fillRect/>
          </a:stretch>
        </p:blipFill>
        <p:spPr>
          <a:xfrm>
            <a:off x="179512" y="764704"/>
            <a:ext cx="4752528" cy="2376264"/>
          </a:xfrm>
          <a:prstGeom prst="roundRect">
            <a:avLst>
              <a:gd name="adj" fmla="val 4167"/>
            </a:avLst>
          </a:prstGeom>
          <a:solidFill>
            <a:srgbClr val="FFFFFF"/>
          </a:solidFill>
          <a:ln w="76200" cap="sq">
            <a:solidFill>
              <a:schemeClr val="bg1">
                <a:lumMod val="95000"/>
                <a:lumOff val="5000"/>
              </a:schemeClr>
            </a:solidFill>
            <a:miter lim="800000"/>
          </a:ln>
          <a:effectLst>
            <a:glow rad="228600">
              <a:schemeClr val="tx1">
                <a:alpha val="40000"/>
              </a:schemeClr>
            </a:glow>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3" name="TextBox 2"/>
          <p:cNvSpPr txBox="1"/>
          <p:nvPr/>
        </p:nvSpPr>
        <p:spPr>
          <a:xfrm>
            <a:off x="5364088" y="3645024"/>
            <a:ext cx="3384376" cy="2031325"/>
          </a:xfrm>
          <a:prstGeom prst="rect">
            <a:avLst/>
          </a:prstGeom>
          <a:noFill/>
        </p:spPr>
        <p:txBody>
          <a:bodyPr wrap="square" rtlCol="0">
            <a:spAutoFit/>
          </a:bodyPr>
          <a:lstStyle/>
          <a:p>
            <a:r>
              <a:rPr lang="en-US" b="1" i="1" dirty="0">
                <a:solidFill>
                  <a:schemeClr val="accent2">
                    <a:lumMod val="60000"/>
                    <a:lumOff val="40000"/>
                  </a:schemeClr>
                </a:solidFill>
                <a:latin typeface="Algerian" pitchFamily="82" charset="0"/>
              </a:rPr>
              <a:t>         </a:t>
            </a:r>
            <a:r>
              <a:rPr lang="en-US" b="1" i="1" u="sng" dirty="0">
                <a:solidFill>
                  <a:schemeClr val="accent2">
                    <a:lumMod val="60000"/>
                    <a:lumOff val="40000"/>
                  </a:schemeClr>
                </a:solidFill>
                <a:latin typeface="Algerian" pitchFamily="82" charset="0"/>
              </a:rPr>
              <a:t>Project assigned by</a:t>
            </a:r>
            <a:r>
              <a:rPr lang="en-US" b="1" i="1" dirty="0">
                <a:solidFill>
                  <a:schemeClr val="accent2">
                    <a:lumMod val="60000"/>
                    <a:lumOff val="40000"/>
                  </a:schemeClr>
                </a:solidFill>
                <a:latin typeface="Algerian" pitchFamily="82" charset="0"/>
              </a:rPr>
              <a:t>:</a:t>
            </a:r>
          </a:p>
          <a:p>
            <a:endParaRPr lang="en-US" dirty="0">
              <a:latin typeface="Algerian" pitchFamily="82" charset="0"/>
            </a:endParaRPr>
          </a:p>
          <a:p>
            <a:endParaRPr lang="en-US" dirty="0">
              <a:latin typeface="Algerian" pitchFamily="82" charset="0"/>
            </a:endParaRPr>
          </a:p>
          <a:p>
            <a:r>
              <a:rPr lang="en-US" dirty="0">
                <a:solidFill>
                  <a:schemeClr val="tx1">
                    <a:lumMod val="95000"/>
                  </a:schemeClr>
                </a:solidFill>
                <a:latin typeface="Algerian" pitchFamily="82" charset="0"/>
              </a:rPr>
              <a:t>👉    </a:t>
            </a:r>
            <a:r>
              <a:rPr lang="en-US" dirty="0" err="1">
                <a:solidFill>
                  <a:schemeClr val="tx1">
                    <a:lumMod val="95000"/>
                  </a:schemeClr>
                </a:solidFill>
                <a:latin typeface="Algerian" pitchFamily="82" charset="0"/>
              </a:rPr>
              <a:t>misba</a:t>
            </a:r>
            <a:r>
              <a:rPr lang="en-US" dirty="0">
                <a:solidFill>
                  <a:schemeClr val="tx1">
                    <a:lumMod val="95000"/>
                  </a:schemeClr>
                </a:solidFill>
                <a:latin typeface="Algerian" pitchFamily="82" charset="0"/>
              </a:rPr>
              <a:t> </a:t>
            </a:r>
            <a:r>
              <a:rPr lang="en-US" dirty="0" err="1">
                <a:solidFill>
                  <a:schemeClr val="tx1">
                    <a:lumMod val="95000"/>
                  </a:schemeClr>
                </a:solidFill>
                <a:latin typeface="Algerian" pitchFamily="82" charset="0"/>
              </a:rPr>
              <a:t>anjum</a:t>
            </a:r>
            <a:endParaRPr lang="en-US" dirty="0">
              <a:solidFill>
                <a:schemeClr val="tx1">
                  <a:lumMod val="95000"/>
                </a:schemeClr>
              </a:solidFill>
              <a:latin typeface="Algerian" pitchFamily="82" charset="0"/>
            </a:endParaRPr>
          </a:p>
          <a:p>
            <a:r>
              <a:rPr lang="en-US" dirty="0">
                <a:solidFill>
                  <a:schemeClr val="tx1">
                    <a:lumMod val="95000"/>
                  </a:schemeClr>
                </a:solidFill>
                <a:latin typeface="Algerian" pitchFamily="82" charset="0"/>
              </a:rPr>
              <a:t>👉    </a:t>
            </a:r>
            <a:r>
              <a:rPr lang="en-US" dirty="0" err="1">
                <a:solidFill>
                  <a:schemeClr val="tx1">
                    <a:lumMod val="95000"/>
                  </a:schemeClr>
                </a:solidFill>
                <a:latin typeface="Algerian" pitchFamily="82" charset="0"/>
              </a:rPr>
              <a:t>pragati</a:t>
            </a:r>
            <a:endParaRPr lang="en-US" dirty="0">
              <a:solidFill>
                <a:schemeClr val="tx1">
                  <a:lumMod val="95000"/>
                </a:schemeClr>
              </a:solidFill>
              <a:latin typeface="Algerian" pitchFamily="82" charset="0"/>
            </a:endParaRPr>
          </a:p>
          <a:p>
            <a:r>
              <a:rPr lang="en-US" dirty="0">
                <a:solidFill>
                  <a:schemeClr val="tx1">
                    <a:lumMod val="95000"/>
                  </a:schemeClr>
                </a:solidFill>
                <a:latin typeface="Algerian" pitchFamily="82" charset="0"/>
              </a:rPr>
              <a:t>👉    </a:t>
            </a:r>
            <a:r>
              <a:rPr lang="en-US" dirty="0" err="1">
                <a:solidFill>
                  <a:schemeClr val="tx1">
                    <a:lumMod val="95000"/>
                  </a:schemeClr>
                </a:solidFill>
                <a:latin typeface="Algerian" pitchFamily="82" charset="0"/>
              </a:rPr>
              <a:t>maahi</a:t>
            </a:r>
            <a:endParaRPr lang="en-US" dirty="0">
              <a:solidFill>
                <a:schemeClr val="tx1">
                  <a:lumMod val="95000"/>
                </a:schemeClr>
              </a:solidFill>
              <a:latin typeface="Algerian" pitchFamily="82" charset="0"/>
            </a:endParaRPr>
          </a:p>
          <a:p>
            <a:r>
              <a:rPr lang="en-US" dirty="0">
                <a:solidFill>
                  <a:schemeClr val="tx1">
                    <a:lumMod val="95000"/>
                  </a:schemeClr>
                </a:solidFill>
                <a:latin typeface="Algerian" pitchFamily="82" charset="0"/>
              </a:rPr>
              <a:t>👉    </a:t>
            </a:r>
            <a:r>
              <a:rPr lang="en-US" dirty="0" err="1">
                <a:solidFill>
                  <a:schemeClr val="tx1">
                    <a:lumMod val="95000"/>
                  </a:schemeClr>
                </a:solidFill>
                <a:latin typeface="Algerian" pitchFamily="82" charset="0"/>
              </a:rPr>
              <a:t>kavana</a:t>
            </a:r>
            <a:endParaRPr lang="en-US" dirty="0">
              <a:solidFill>
                <a:schemeClr val="tx1">
                  <a:lumMod val="95000"/>
                </a:schemeClr>
              </a:solidFill>
              <a:latin typeface="Algerian" pitchFamily="8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iterate type="lt">
                                    <p:tmPct val="0"/>
                                  </p:iterate>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7"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900" decel="100000" fill="hold"/>
                                        <p:tgtEl>
                                          <p:spTgt spid="3"/>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3"/>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Metro</Template>
  <TotalTime>3411</TotalTime>
  <Words>1366</Words>
  <Application>Microsoft Office PowerPoint</Application>
  <PresentationFormat>On-screen Show (4:3)</PresentationFormat>
  <Paragraphs>136</Paragraphs>
  <Slides>13</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13</vt:i4>
      </vt:variant>
    </vt:vector>
  </HeadingPairs>
  <TitlesOfParts>
    <vt:vector size="25" baseType="lpstr">
      <vt:lpstr>Algerian</vt:lpstr>
      <vt:lpstr>Arial Narrow</vt:lpstr>
      <vt:lpstr>Berlin Sans FB</vt:lpstr>
      <vt:lpstr>Bitter</vt:lpstr>
      <vt:lpstr>Calibri</vt:lpstr>
      <vt:lpstr>Consolas</vt:lpstr>
      <vt:lpstr>Corbel</vt:lpstr>
      <vt:lpstr>Rockwell Extra Bold</vt:lpstr>
      <vt:lpstr>Wingdings</vt:lpstr>
      <vt:lpstr>Wingdings 2</vt:lpstr>
      <vt:lpstr>Wingdings 3</vt:lpstr>
      <vt:lpstr>Metro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Pragati Ritti</cp:lastModifiedBy>
  <cp:revision>45</cp:revision>
  <dcterms:created xsi:type="dcterms:W3CDTF">2026-02-05T15:53:06Z</dcterms:created>
  <dcterms:modified xsi:type="dcterms:W3CDTF">2026-02-11T12:14:40Z</dcterms:modified>
</cp:coreProperties>
</file>
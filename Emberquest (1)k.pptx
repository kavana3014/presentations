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90" r:id="rId1"/>
  </p:sldMasterIdLst>
  <p:notesMasterIdLst>
    <p:notesMasterId r:id="rId8"/>
  </p:notesMasterIdLst>
  <p:sldIdLst>
    <p:sldId id="262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B727"/>
    <a:srgbClr val="2C99A3"/>
    <a:srgbClr val="A3D2D8"/>
    <a:srgbClr val="E6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98879A-B744-41CF-A2C2-82DC2CEFFDEA}" v="24" dt="2026-01-29T21:04:45.1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77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gati Ritti" userId="645a240b8d38944c" providerId="LiveId" clId="{980092F0-E9DE-4D17-9FE6-3106F6101FA2}"/>
    <pc:docChg chg="undo custSel addSld delSld modSld">
      <pc:chgData name="Pragati Ritti" userId="645a240b8d38944c" providerId="LiveId" clId="{980092F0-E9DE-4D17-9FE6-3106F6101FA2}" dt="2026-01-29T21:05:34.219" v="61"/>
      <pc:docMkLst>
        <pc:docMk/>
      </pc:docMkLst>
      <pc:sldChg chg="addSp delSp modSp mod">
        <pc:chgData name="Pragati Ritti" userId="645a240b8d38944c" providerId="LiveId" clId="{980092F0-E9DE-4D17-9FE6-3106F6101FA2}" dt="2026-01-29T21:03:23.470" v="45" actId="1076"/>
        <pc:sldMkLst>
          <pc:docMk/>
          <pc:sldMk cId="1931858398" sldId="257"/>
        </pc:sldMkLst>
        <pc:picChg chg="add del mod">
          <ac:chgData name="Pragati Ritti" userId="645a240b8d38944c" providerId="LiveId" clId="{980092F0-E9DE-4D17-9FE6-3106F6101FA2}" dt="2026-01-29T20:56:23.129" v="9" actId="21"/>
          <ac:picMkLst>
            <pc:docMk/>
            <pc:sldMk cId="1931858398" sldId="257"/>
            <ac:picMk id="3" creationId="{FF0F9C7E-CF05-9220-2530-33E83C3899A0}"/>
          </ac:picMkLst>
        </pc:picChg>
        <pc:picChg chg="add del mod">
          <ac:chgData name="Pragati Ritti" userId="645a240b8d38944c" providerId="LiveId" clId="{980092F0-E9DE-4D17-9FE6-3106F6101FA2}" dt="2026-01-29T20:56:54.585" v="11" actId="21"/>
          <ac:picMkLst>
            <pc:docMk/>
            <pc:sldMk cId="1931858398" sldId="257"/>
            <ac:picMk id="7" creationId="{5DEE6C24-7809-A630-1660-6EB5365B0B7F}"/>
          </ac:picMkLst>
        </pc:picChg>
        <pc:picChg chg="add del mod">
          <ac:chgData name="Pragati Ritti" userId="645a240b8d38944c" providerId="LiveId" clId="{980092F0-E9DE-4D17-9FE6-3106F6101FA2}" dt="2026-01-29T20:57:12.506" v="13" actId="21"/>
          <ac:picMkLst>
            <pc:docMk/>
            <pc:sldMk cId="1931858398" sldId="257"/>
            <ac:picMk id="9" creationId="{2B79BEAC-BD36-8BA0-2B22-F14C50ADF63D}"/>
          </ac:picMkLst>
        </pc:picChg>
        <pc:picChg chg="add del mod">
          <ac:chgData name="Pragati Ritti" userId="645a240b8d38944c" providerId="LiveId" clId="{980092F0-E9DE-4D17-9FE6-3106F6101FA2}" dt="2026-01-29T20:57:26.926" v="15" actId="21"/>
          <ac:picMkLst>
            <pc:docMk/>
            <pc:sldMk cId="1931858398" sldId="257"/>
            <ac:picMk id="11" creationId="{3F35E039-6AEA-49B4-E8F2-4D7701E0AF5D}"/>
          </ac:picMkLst>
        </pc:picChg>
        <pc:picChg chg="add mod">
          <ac:chgData name="Pragati Ritti" userId="645a240b8d38944c" providerId="LiveId" clId="{980092F0-E9DE-4D17-9FE6-3106F6101FA2}" dt="2026-01-29T21:03:23.470" v="45" actId="1076"/>
          <ac:picMkLst>
            <pc:docMk/>
            <pc:sldMk cId="1931858398" sldId="257"/>
            <ac:picMk id="12" creationId="{26711353-3979-62DA-2AC4-94B53C4B917F}"/>
          </ac:picMkLst>
        </pc:picChg>
      </pc:sldChg>
      <pc:sldChg chg="addSp delSp modSp mod">
        <pc:chgData name="Pragati Ritti" userId="645a240b8d38944c" providerId="LiveId" clId="{980092F0-E9DE-4D17-9FE6-3106F6101FA2}" dt="2026-01-29T20:59:45.233" v="34" actId="14100"/>
        <pc:sldMkLst>
          <pc:docMk/>
          <pc:sldMk cId="1171480798" sldId="258"/>
        </pc:sldMkLst>
        <pc:picChg chg="add del mod">
          <ac:chgData name="Pragati Ritti" userId="645a240b8d38944c" providerId="LiveId" clId="{980092F0-E9DE-4D17-9FE6-3106F6101FA2}" dt="2026-01-29T20:59:04.016" v="29" actId="21"/>
          <ac:picMkLst>
            <pc:docMk/>
            <pc:sldMk cId="1171480798" sldId="258"/>
            <ac:picMk id="2" creationId="{74E061CC-C9EF-2834-1F4E-27BBDFA60BBD}"/>
          </ac:picMkLst>
        </pc:picChg>
        <pc:picChg chg="add mod">
          <ac:chgData name="Pragati Ritti" userId="645a240b8d38944c" providerId="LiveId" clId="{980092F0-E9DE-4D17-9FE6-3106F6101FA2}" dt="2026-01-29T20:59:45.233" v="34" actId="14100"/>
          <ac:picMkLst>
            <pc:docMk/>
            <pc:sldMk cId="1171480798" sldId="258"/>
            <ac:picMk id="3" creationId="{2C04894B-AA43-67F1-D564-9FFD0E244E01}"/>
          </ac:picMkLst>
        </pc:picChg>
      </pc:sldChg>
      <pc:sldChg chg="addSp modSp mod">
        <pc:chgData name="Pragati Ritti" userId="645a240b8d38944c" providerId="LiveId" clId="{980092F0-E9DE-4D17-9FE6-3106F6101FA2}" dt="2026-01-29T21:04:05.763" v="48" actId="14100"/>
        <pc:sldMkLst>
          <pc:docMk/>
          <pc:sldMk cId="3167849604" sldId="259"/>
        </pc:sldMkLst>
        <pc:spChg chg="mod">
          <ac:chgData name="Pragati Ritti" userId="645a240b8d38944c" providerId="LiveId" clId="{980092F0-E9DE-4D17-9FE6-3106F6101FA2}" dt="2026-01-29T21:03:41.183" v="47" actId="14100"/>
          <ac:spMkLst>
            <pc:docMk/>
            <pc:sldMk cId="3167849604" sldId="259"/>
            <ac:spMk id="4" creationId="{F988BFFC-E39B-2C16-BEE2-B23147FD0A31}"/>
          </ac:spMkLst>
        </pc:spChg>
        <pc:picChg chg="add mod">
          <ac:chgData name="Pragati Ritti" userId="645a240b8d38944c" providerId="LiveId" clId="{980092F0-E9DE-4D17-9FE6-3106F6101FA2}" dt="2026-01-29T21:04:05.763" v="48" actId="14100"/>
          <ac:picMkLst>
            <pc:docMk/>
            <pc:sldMk cId="3167849604" sldId="259"/>
            <ac:picMk id="2" creationId="{47142D2A-0A07-A833-F223-AED062BC15B7}"/>
          </ac:picMkLst>
        </pc:picChg>
      </pc:sldChg>
      <pc:sldChg chg="addSp delSp modSp mod">
        <pc:chgData name="Pragati Ritti" userId="645a240b8d38944c" providerId="LiveId" clId="{980092F0-E9DE-4D17-9FE6-3106F6101FA2}" dt="2026-01-29T21:05:34.219" v="61"/>
        <pc:sldMkLst>
          <pc:docMk/>
          <pc:sldMk cId="2850272737" sldId="261"/>
        </pc:sldMkLst>
        <pc:spChg chg="add mod">
          <ac:chgData name="Pragati Ritti" userId="645a240b8d38944c" providerId="LiveId" clId="{980092F0-E9DE-4D17-9FE6-3106F6101FA2}" dt="2026-01-29T21:05:32.522" v="59" actId="1076"/>
          <ac:spMkLst>
            <pc:docMk/>
            <pc:sldMk cId="2850272737" sldId="261"/>
            <ac:spMk id="2" creationId="{1A46B1B0-8E3C-A7CE-993D-84056C0A91FC}"/>
          </ac:spMkLst>
        </pc:spChg>
        <pc:spChg chg="del mod">
          <ac:chgData name="Pragati Ritti" userId="645a240b8d38944c" providerId="LiveId" clId="{980092F0-E9DE-4D17-9FE6-3106F6101FA2}" dt="2026-01-29T21:05:34.219" v="61"/>
          <ac:spMkLst>
            <pc:docMk/>
            <pc:sldMk cId="2850272737" sldId="261"/>
            <ac:spMk id="5" creationId="{1B7CEB43-7FE7-F216-12E5-130B5EB03A5B}"/>
          </ac:spMkLst>
        </pc:spChg>
      </pc:sldChg>
      <pc:sldChg chg="modSp mod">
        <pc:chgData name="Pragati Ritti" userId="645a240b8d38944c" providerId="LiveId" clId="{980092F0-E9DE-4D17-9FE6-3106F6101FA2}" dt="2026-01-29T20:55:10.299" v="7" actId="207"/>
        <pc:sldMkLst>
          <pc:docMk/>
          <pc:sldMk cId="2265462492" sldId="262"/>
        </pc:sldMkLst>
        <pc:spChg chg="mod">
          <ac:chgData name="Pragati Ritti" userId="645a240b8d38944c" providerId="LiveId" clId="{980092F0-E9DE-4D17-9FE6-3106F6101FA2}" dt="2026-01-29T20:55:10.299" v="7" actId="207"/>
          <ac:spMkLst>
            <pc:docMk/>
            <pc:sldMk cId="2265462492" sldId="262"/>
            <ac:spMk id="5" creationId="{6B211EFE-B8CE-E12D-4DB0-4BE89EBAE1E3}"/>
          </ac:spMkLst>
        </pc:spChg>
        <pc:picChg chg="mod">
          <ac:chgData name="Pragati Ritti" userId="645a240b8d38944c" providerId="LiveId" clId="{980092F0-E9DE-4D17-9FE6-3106F6101FA2}" dt="2026-01-29T20:54:42.068" v="3" actId="1076"/>
          <ac:picMkLst>
            <pc:docMk/>
            <pc:sldMk cId="2265462492" sldId="262"/>
            <ac:picMk id="4" creationId="{0982BEF1-95A0-DAA2-0C45-6C7D2129B868}"/>
          </ac:picMkLst>
        </pc:picChg>
      </pc:sldChg>
      <pc:sldChg chg="addSp delSp modSp new del mod">
        <pc:chgData name="Pragati Ritti" userId="645a240b8d38944c" providerId="LiveId" clId="{980092F0-E9DE-4D17-9FE6-3106F6101FA2}" dt="2026-01-29T21:02:48.681" v="43" actId="2696"/>
        <pc:sldMkLst>
          <pc:docMk/>
          <pc:sldMk cId="2438544741" sldId="263"/>
        </pc:sldMkLst>
        <pc:spChg chg="add del mod">
          <ac:chgData name="Pragati Ritti" userId="645a240b8d38944c" providerId="LiveId" clId="{980092F0-E9DE-4D17-9FE6-3106F6101FA2}" dt="2026-01-29T21:02:38.269" v="41"/>
          <ac:spMkLst>
            <pc:docMk/>
            <pc:sldMk cId="2438544741" sldId="263"/>
            <ac:spMk id="2" creationId="{B07F8853-F9CA-7726-61D1-B425FE189725}"/>
          </ac:spMkLst>
        </pc:spChg>
      </pc:sldChg>
      <pc:sldChg chg="add del">
        <pc:chgData name="Pragati Ritti" userId="645a240b8d38944c" providerId="LiveId" clId="{980092F0-E9DE-4D17-9FE6-3106F6101FA2}" dt="2026-01-29T21:02:44.630" v="42" actId="2696"/>
        <pc:sldMkLst>
          <pc:docMk/>
          <pc:sldMk cId="3045682044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981C58-D85B-4E79-B6B0-B72C05F84986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A6AD4B-9F1F-42E7-8CD7-CA6CD5AB2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508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A6AD4B-9F1F-42E7-8CD7-CA6CD5AB2D8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159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B1660D5-1CA7-47C8-97CF-544969081C8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EB47503-7F05-471C-B444-F499CEB04737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550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660D5-1CA7-47C8-97CF-544969081C8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47503-7F05-471C-B444-F499CEB04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053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660D5-1CA7-47C8-97CF-544969081C8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47503-7F05-471C-B444-F499CEB04737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968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660D5-1CA7-47C8-97CF-544969081C8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47503-7F05-471C-B444-F499CEB04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453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660D5-1CA7-47C8-97CF-544969081C8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47503-7F05-471C-B444-F499CEB04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125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660D5-1CA7-47C8-97CF-544969081C8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47503-7F05-471C-B444-F499CEB04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716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660D5-1CA7-47C8-97CF-544969081C8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47503-7F05-471C-B444-F499CEB04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894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660D5-1CA7-47C8-97CF-544969081C8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47503-7F05-471C-B444-F499CEB04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429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660D5-1CA7-47C8-97CF-544969081C8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47503-7F05-471C-B444-F499CEB04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401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660D5-1CA7-47C8-97CF-544969081C8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47503-7F05-471C-B444-F499CEB04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88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660D5-1CA7-47C8-97CF-544969081C8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47503-7F05-471C-B444-F499CEB04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083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EB1660D5-1CA7-47C8-97CF-544969081C8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FEB47503-7F05-471C-B444-F499CEB04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07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1" r:id="rId1"/>
    <p:sldLayoutId id="2147484092" r:id="rId2"/>
    <p:sldLayoutId id="2147484093" r:id="rId3"/>
    <p:sldLayoutId id="2147484094" r:id="rId4"/>
    <p:sldLayoutId id="2147484095" r:id="rId5"/>
    <p:sldLayoutId id="2147484096" r:id="rId6"/>
    <p:sldLayoutId id="2147484097" r:id="rId7"/>
    <p:sldLayoutId id="2147484098" r:id="rId8"/>
    <p:sldLayoutId id="2147484099" r:id="rId9"/>
    <p:sldLayoutId id="2147484100" r:id="rId10"/>
    <p:sldLayoutId id="21474841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82BEF1-95A0-DAA2-0C45-6C7D2129B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3966" y="511721"/>
            <a:ext cx="2502249" cy="25295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211EFE-B8CE-E12D-4DB0-4BE89EBAE1E3}"/>
              </a:ext>
            </a:extLst>
          </p:cNvPr>
          <p:cNvSpPr txBox="1"/>
          <p:nvPr/>
        </p:nvSpPr>
        <p:spPr>
          <a:xfrm>
            <a:off x="4545344" y="3612383"/>
            <a:ext cx="37846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</a:t>
            </a:r>
            <a:r>
              <a:rPr lang="en-IN" sz="2800" dirty="0"/>
              <a:t>EMBERQUEST</a:t>
            </a:r>
          </a:p>
          <a:p>
            <a:r>
              <a:rPr lang="en-IN" sz="2800" dirty="0">
                <a:solidFill>
                  <a:srgbClr val="2C99A3"/>
                </a:solidFill>
              </a:rPr>
              <a:t>SOFTWARE</a:t>
            </a:r>
            <a:r>
              <a:rPr lang="en-IN" sz="2800" dirty="0">
                <a:solidFill>
                  <a:srgbClr val="A3D2D8"/>
                </a:solidFill>
              </a:rPr>
              <a:t>  </a:t>
            </a:r>
            <a:r>
              <a:rPr lang="en-IN" sz="2800" dirty="0"/>
              <a:t>COMPANY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5462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117F92-015A-22CA-7678-4A30018C88DC}"/>
              </a:ext>
            </a:extLst>
          </p:cNvPr>
          <p:cNvSpPr txBox="1"/>
          <p:nvPr/>
        </p:nvSpPr>
        <p:spPr>
          <a:xfrm>
            <a:off x="482600" y="389465"/>
            <a:ext cx="11421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Arial Rounded MT Bold" panose="020F0704030504030204" pitchFamily="34" charset="0"/>
              </a:rPr>
              <a:t>                  </a:t>
            </a:r>
            <a:r>
              <a:rPr lang="en-IN" sz="3600" dirty="0">
                <a:latin typeface="Bookman Old Style" panose="02050604050505020204" pitchFamily="18" charset="0"/>
              </a:rPr>
              <a:t>OVERVIEW OF ORGANIZATOIN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844AE9-4709-8B44-0340-3A524F4A293C}"/>
              </a:ext>
            </a:extLst>
          </p:cNvPr>
          <p:cNvSpPr txBox="1"/>
          <p:nvPr/>
        </p:nvSpPr>
        <p:spPr>
          <a:xfrm>
            <a:off x="694267" y="1896408"/>
            <a:ext cx="114215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Emberquest</a:t>
            </a:r>
            <a:r>
              <a:rPr lang="en-US" sz="2400" dirty="0">
                <a:latin typeface="+mj-lt"/>
              </a:rPr>
              <a:t>  Private Limited is an emerging business services and e-learning company  </a:t>
            </a:r>
          </a:p>
          <a:p>
            <a:br>
              <a:rPr lang="en-US" sz="2400" dirty="0">
                <a:latin typeface="+mj-lt"/>
              </a:rPr>
            </a:br>
            <a:r>
              <a:rPr lang="en-US" sz="2400" dirty="0">
                <a:latin typeface="+mj-lt"/>
              </a:rPr>
              <a:t> It focuses on </a:t>
            </a:r>
            <a:r>
              <a:rPr lang="en-US" sz="2400" b="1" dirty="0">
                <a:latin typeface="+mj-lt"/>
              </a:rPr>
              <a:t>IT solutions</a:t>
            </a:r>
            <a:r>
              <a:rPr lang="en-US" sz="2400" dirty="0">
                <a:latin typeface="+mj-lt"/>
              </a:rPr>
              <a:t>, </a:t>
            </a:r>
            <a:r>
              <a:rPr lang="en-US" sz="2400" b="1" dirty="0">
                <a:latin typeface="+mj-lt"/>
              </a:rPr>
              <a:t>professional training</a:t>
            </a:r>
            <a:r>
              <a:rPr lang="en-US" sz="2400" dirty="0">
                <a:latin typeface="+mj-lt"/>
              </a:rPr>
              <a:t>, and </a:t>
            </a:r>
            <a:r>
              <a:rPr lang="en-US" sz="2400" b="1" dirty="0">
                <a:latin typeface="+mj-lt"/>
              </a:rPr>
              <a:t>industry internships</a:t>
            </a:r>
            <a:r>
              <a:rPr lang="en-US" sz="2400" dirty="0">
                <a:latin typeface="+mj-lt"/>
              </a:rPr>
              <a:t> to bridge the gap between academic learning and industry requirements.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6711353-3979-62DA-2AC4-94B53C4B9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050" y="4028651"/>
            <a:ext cx="4641230" cy="256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858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C7E30B-C562-77D4-2E81-0F90DAE42342}"/>
              </a:ext>
            </a:extLst>
          </p:cNvPr>
          <p:cNvSpPr txBox="1"/>
          <p:nvPr/>
        </p:nvSpPr>
        <p:spPr>
          <a:xfrm>
            <a:off x="1134532" y="524933"/>
            <a:ext cx="92540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Bookman Old Style" panose="02050604050505020204" pitchFamily="18" charset="0"/>
              </a:rPr>
              <a:t>       </a:t>
            </a:r>
            <a:r>
              <a:rPr lang="en-IN" sz="3600" dirty="0">
                <a:latin typeface="Bookman Old Style" panose="02050604050505020204" pitchFamily="18" charset="0"/>
              </a:rPr>
              <a:t>VISION OF ORGANIZATION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956867-6A80-508B-3997-A2858DC7A98E}"/>
              </a:ext>
            </a:extLst>
          </p:cNvPr>
          <p:cNvSpPr txBox="1"/>
          <p:nvPr/>
        </p:nvSpPr>
        <p:spPr>
          <a:xfrm>
            <a:off x="1134532" y="2057400"/>
            <a:ext cx="10845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To enable learning that transcends traditional boundaries and empower learners from diverse backgrounds to achieve their career goals.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04894B-AA43-67F1-D564-9FFD0E24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364" y="3215473"/>
            <a:ext cx="4575294" cy="304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480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88BFFC-E39B-2C16-BEE2-B23147FD0A31}"/>
              </a:ext>
            </a:extLst>
          </p:cNvPr>
          <p:cNvSpPr txBox="1"/>
          <p:nvPr/>
        </p:nvSpPr>
        <p:spPr>
          <a:xfrm>
            <a:off x="897468" y="2200589"/>
            <a:ext cx="111570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Deliver high-quality training aligned with industry needs</a:t>
            </a:r>
          </a:p>
          <a:p>
            <a:endParaRPr lang="en-US" sz="24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Encourage innovation and continuous learning</a:t>
            </a:r>
          </a:p>
          <a:p>
            <a:endParaRPr lang="en-US" sz="24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 Provide real-time project exposure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 Support career growth for students and professionals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411F3B-04B2-AE58-766C-552B05AF49D4}"/>
              </a:ext>
            </a:extLst>
          </p:cNvPr>
          <p:cNvSpPr txBox="1"/>
          <p:nvPr/>
        </p:nvSpPr>
        <p:spPr>
          <a:xfrm>
            <a:off x="2315513" y="656045"/>
            <a:ext cx="7027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Bookman Old Style" panose="02050604050505020204" pitchFamily="18" charset="0"/>
              </a:rPr>
              <a:t>MISSION OF ORGANIZATION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142D2A-0A07-A833-F223-AED062BC1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9928" y="2622620"/>
            <a:ext cx="3466739" cy="218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849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B93621-508A-88AB-81EA-723068D626B3}"/>
              </a:ext>
            </a:extLst>
          </p:cNvPr>
          <p:cNvSpPr txBox="1"/>
          <p:nvPr/>
        </p:nvSpPr>
        <p:spPr>
          <a:xfrm>
            <a:off x="1032933" y="1972733"/>
            <a:ext cx="1070186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ptos Display" panose="020B0004020202020204" pitchFamily="34" charset="0"/>
                <a:cs typeface="Times New Roman" panose="02020603050405020304" pitchFamily="18" charset="0"/>
              </a:rPr>
              <a:t>Adarsh Babu M –</a:t>
            </a:r>
            <a:r>
              <a:rPr lang="en-US" sz="2400" dirty="0">
                <a:latin typeface="Aptos Display" panose="020B0004020202020204" pitchFamily="34" charset="0"/>
                <a:cs typeface="Times New Roman" panose="02020603050405020304" pitchFamily="18" charset="0"/>
              </a:rPr>
              <a:t>Founder and  Chief  executive officer  </a:t>
            </a:r>
          </a:p>
          <a:p>
            <a:endParaRPr lang="en-US" sz="24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Aptos Display" panose="020B0004020202020204" pitchFamily="34" charset="0"/>
              </a:rPr>
              <a:t>Appointed as the CEO On October 24, 2023</a:t>
            </a:r>
          </a:p>
          <a:p>
            <a:endParaRPr lang="en-US" sz="24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Aptos Display" panose="020B0004020202020204" pitchFamily="34" charset="0"/>
                <a:cs typeface="Times New Roman" panose="02020603050405020304" pitchFamily="18" charset="0"/>
              </a:rPr>
              <a:t>Develops and implements the company’s long-term vision , mission and goals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73F00A-2356-EF0A-D5E9-DC196307C548}"/>
              </a:ext>
            </a:extLst>
          </p:cNvPr>
          <p:cNvSpPr txBox="1"/>
          <p:nvPr/>
        </p:nvSpPr>
        <p:spPr>
          <a:xfrm>
            <a:off x="1651000" y="643467"/>
            <a:ext cx="8864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Bookman Old Style" panose="02050604050505020204" pitchFamily="18" charset="0"/>
              </a:rPr>
              <a:t>       FOUNDER AND CEO</a:t>
            </a:r>
          </a:p>
        </p:txBody>
      </p:sp>
    </p:spTree>
    <p:extLst>
      <p:ext uri="{BB962C8B-B14F-4D97-AF65-F5344CB8AC3E}">
        <p14:creationId xmlns:p14="http://schemas.microsoft.com/office/powerpoint/2010/main" val="1319598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46B1B0-8E3C-A7CE-993D-84056C0A91FC}"/>
              </a:ext>
            </a:extLst>
          </p:cNvPr>
          <p:cNvSpPr/>
          <p:nvPr/>
        </p:nvSpPr>
        <p:spPr>
          <a:xfrm>
            <a:off x="3024554" y="2547276"/>
            <a:ext cx="6541477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  <a:endParaRPr lang="en-IN" sz="88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50272737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165</TotalTime>
  <Words>133</Words>
  <Application>Microsoft Office PowerPoint</Application>
  <PresentationFormat>Widescreen</PresentationFormat>
  <Paragraphs>26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Aptos Display</vt:lpstr>
      <vt:lpstr>Arial</vt:lpstr>
      <vt:lpstr>Arial Rounded MT Bold</vt:lpstr>
      <vt:lpstr>Bookman Old Style</vt:lpstr>
      <vt:lpstr>Corbel</vt:lpstr>
      <vt:lpstr>Wingdings</vt:lpstr>
      <vt:lpstr>Basis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Tejashwini.K Machenahalli</dc:creator>
  <cp:lastModifiedBy>Pragati Ritti</cp:lastModifiedBy>
  <cp:revision>1</cp:revision>
  <dcterms:created xsi:type="dcterms:W3CDTF">2026-01-29T18:15:09Z</dcterms:created>
  <dcterms:modified xsi:type="dcterms:W3CDTF">2026-01-29T21:05:43Z</dcterms:modified>
</cp:coreProperties>
</file>
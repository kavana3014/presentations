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5" r:id="rId19"/>
    <p:sldId id="272" r:id="rId20"/>
    <p:sldId id="274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88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3A7CA050-A4F4-4AD1-A45E-4F4E964E0CAD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97C2356-3051-4A74-9432-86C94903CA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ownload (8).jpeg"/>
          <p:cNvPicPr>
            <a:picLocks noChangeAspect="1"/>
          </p:cNvPicPr>
          <p:nvPr/>
        </p:nvPicPr>
        <p:blipFill>
          <a:blip r:embed="rId2"/>
          <a:srcRect l="11199" r="11652"/>
          <a:stretch>
            <a:fillRect/>
          </a:stretch>
        </p:blipFill>
        <p:spPr>
          <a:xfrm>
            <a:off x="142844" y="142852"/>
            <a:ext cx="8858312" cy="6572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sp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22" y="214290"/>
            <a:ext cx="3996696" cy="9296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42844" y="1928802"/>
            <a:ext cx="891199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ChatSpot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is an AI-powered assistant developed by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HubSpot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.</a:t>
            </a:r>
            <a:b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</a:br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It helps users manage CRM(Customer Relationship Management) tasks </a:t>
            </a:r>
          </a:p>
          <a:p>
            <a:pPr algn="just"/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like sales, marketing, and customer support using  simple chat commands.</a:t>
            </a:r>
            <a:b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</a:br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With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ChatSpot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, users can get data, create reports, send emails, and update</a:t>
            </a:r>
          </a:p>
          <a:p>
            <a:pPr algn="just"/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contacts easily without technical knowledge</a:t>
            </a:r>
          </a:p>
          <a:p>
            <a:pPr algn="just"/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Example:</a:t>
            </a:r>
          </a:p>
          <a:p>
            <a:pPr algn="just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Sales Team Example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A sales manager types: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👉                  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“Show me this month’s best-performing sales rep” </a:t>
            </a:r>
          </a:p>
          <a:p>
            <a:pPr algn="just"/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</a:t>
            </a:r>
            <a:r>
              <a:rPr lang="en-US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ChatSpot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instantly displays the report from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HubSpot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CRM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py ai'.jpeg"/>
          <p:cNvPicPr>
            <a:picLocks noChangeAspect="1"/>
          </p:cNvPicPr>
          <p:nvPr/>
        </p:nvPicPr>
        <p:blipFill>
          <a:blip r:embed="rId2"/>
          <a:srcRect t="11503" b="13726"/>
          <a:stretch>
            <a:fillRect/>
          </a:stretch>
        </p:blipFill>
        <p:spPr>
          <a:xfrm>
            <a:off x="2571736" y="357166"/>
            <a:ext cx="4143404" cy="9286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142844" y="2571744"/>
            <a:ext cx="87868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Copy.ai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is an AI-powered writing tool that helps users create marketing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   content like ads, emails, blogs, and social media posts.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It saves time by generating high-quality content quickly using simple prompts.</a:t>
            </a:r>
          </a:p>
          <a:p>
            <a:pPr>
              <a:buFont typeface="Wingdings" pitchFamily="2" charset="2"/>
              <a:buChar char="Ø"/>
            </a:pPr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Example: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                  </a:t>
            </a:r>
            <a:r>
              <a:rPr lang="en-US" dirty="0"/>
              <a:t>A small business owner types:</a:t>
            </a:r>
            <a:br>
              <a:rPr lang="en-US" dirty="0"/>
            </a:br>
            <a:r>
              <a:rPr lang="en-US" dirty="0"/>
              <a:t>                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👉 “Write a catchy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Instagram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caption for my store’s sale”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</a:t>
            </a: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Copy.ai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instantly generates a ready-to-use promotional caption.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88" y="285728"/>
            <a:ext cx="3413760" cy="853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55642" y="2285992"/>
            <a:ext cx="872886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Fireflies.ai is an AI-powered meeting assistant that records, transcribes,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  and summarizes online meetings automatically, helping teams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save time and track important discussions.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A team member joins an online meeting.</a:t>
            </a:r>
            <a:br>
              <a:rPr lang="en-US" dirty="0"/>
            </a:br>
            <a:r>
              <a:rPr lang="en-US" dirty="0"/>
              <a:t>👉                </a:t>
            </a:r>
            <a:r>
              <a:rPr lang="en-US" u="sng" dirty="0"/>
              <a:t>Fireflies.ai</a:t>
            </a:r>
            <a:r>
              <a:rPr lang="en-US" dirty="0"/>
              <a:t> automatically records the meeting, transcribes the </a:t>
            </a:r>
          </a:p>
          <a:p>
            <a:r>
              <a:rPr lang="en-US" dirty="0"/>
              <a:t>                         discussion, and highlights key points and action items.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26" y="285728"/>
            <a:ext cx="3071826" cy="9972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85720" y="2112055"/>
            <a:ext cx="883677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Revind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AI is an AI-powered platform that helps manufacturers optimize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  production, manage workflows, and improve efficiency using data-driven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 insights.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Cyber security: Protecting computers, networks, and data from attacks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  or unauthorized access.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</a:p>
          <a:p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               </a:t>
            </a:r>
            <a:r>
              <a:rPr lang="en-US" u="sng" dirty="0" err="1"/>
              <a:t>Revind</a:t>
            </a:r>
            <a:r>
              <a:rPr lang="en-US" u="sng" dirty="0"/>
              <a:t> AI </a:t>
            </a:r>
            <a:r>
              <a:rPr lang="en-US" dirty="0"/>
              <a:t>uses encryption and secure access controls to keep client data </a:t>
            </a:r>
          </a:p>
          <a:p>
            <a:r>
              <a:rPr lang="en-US" dirty="0"/>
              <a:t>               safe from hackers.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60" y="285728"/>
            <a:ext cx="4143404" cy="12858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500306"/>
            <a:ext cx="870142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Jasper AI is an AI-powered content creation tool used mainly by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marketers and businesses to write blogs, advertisements, emails, and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social media content faster, while maintaining a consistent brand voice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and quality.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 :</a:t>
            </a:r>
            <a:br>
              <a:rPr lang="en-US" dirty="0"/>
            </a:br>
            <a:r>
              <a:rPr lang="en-US" dirty="0"/>
              <a:t>                   A digital marketer types:</a:t>
            </a:r>
            <a:br>
              <a:rPr lang="en-US" dirty="0"/>
            </a:br>
            <a:r>
              <a:rPr lang="en-US" dirty="0"/>
              <a:t>👉                 </a:t>
            </a:r>
            <a:r>
              <a:rPr lang="en-US" i="1" dirty="0"/>
              <a:t>“Write a catchy </a:t>
            </a:r>
            <a:r>
              <a:rPr lang="en-US" i="1" dirty="0" err="1"/>
              <a:t>Instagram</a:t>
            </a:r>
            <a:r>
              <a:rPr lang="en-US" i="1" dirty="0"/>
              <a:t> caption for a new clothing brand launch”</a:t>
            </a:r>
            <a:br>
              <a:rPr lang="en-US" dirty="0"/>
            </a:br>
            <a:r>
              <a:rPr lang="en-US" dirty="0"/>
              <a:t>                                     </a:t>
            </a:r>
            <a:r>
              <a:rPr lang="en-US" u="sng" dirty="0"/>
              <a:t>Jasper AI </a:t>
            </a:r>
            <a:r>
              <a:rPr lang="en-US" dirty="0"/>
              <a:t>instantly generates engaging captions with </a:t>
            </a:r>
            <a:r>
              <a:rPr lang="en-US" dirty="0" err="1"/>
              <a:t>hashtags</a:t>
            </a:r>
            <a:r>
              <a:rPr lang="en-US" dirty="0"/>
              <a:t>, </a:t>
            </a:r>
          </a:p>
          <a:p>
            <a:r>
              <a:rPr lang="en-US" dirty="0"/>
              <a:t>                                      saving time and effort.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3).jpeg"/>
          <p:cNvPicPr>
            <a:picLocks noChangeAspect="1"/>
          </p:cNvPicPr>
          <p:nvPr/>
        </p:nvPicPr>
        <p:blipFill>
          <a:blip r:embed="rId2"/>
          <a:srcRect t="12573" b="11986"/>
          <a:stretch>
            <a:fillRect/>
          </a:stretch>
        </p:blipFill>
        <p:spPr>
          <a:xfrm>
            <a:off x="2714612" y="214290"/>
            <a:ext cx="4000528" cy="857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1928802"/>
            <a:ext cx="924163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Frase.io is an AI-powered content tool that helps writers research topics,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create  SEO-friendly content, and answer user questions faster.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A blogger uses Frase.io to analyze top Google results and write a well-optimized </a:t>
            </a:r>
          </a:p>
          <a:p>
            <a:r>
              <a:rPr lang="en-US" dirty="0"/>
              <a:t>                article in minutes.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4).jpeg"/>
          <p:cNvPicPr>
            <a:picLocks noChangeAspect="1"/>
          </p:cNvPicPr>
          <p:nvPr/>
        </p:nvPicPr>
        <p:blipFill>
          <a:blip r:embed="rId2"/>
          <a:srcRect t="11574" b="7407"/>
          <a:stretch>
            <a:fillRect/>
          </a:stretch>
        </p:blipFill>
        <p:spPr>
          <a:xfrm>
            <a:off x="2786050" y="285728"/>
            <a:ext cx="3857652" cy="1000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500306"/>
            <a:ext cx="897604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DALL·E 3 is an advanced AI image generation tool that creates detailed,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 high-quality visuals from simple text prompts, helping users turn ideas into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 images quickly.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A marketer enters “a cozy café in rainy weather” and DALL·E 3 generates a</a:t>
            </a:r>
          </a:p>
          <a:p>
            <a:r>
              <a:rPr lang="en-US" dirty="0"/>
              <a:t>            professional image for an ad or post.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74" y="357166"/>
            <a:ext cx="4105296" cy="13258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643182"/>
            <a:ext cx="890295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Google Bard is an AI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chatbot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by Google that helps users find information,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answer questions, and generate content using conversational AI.</a:t>
            </a:r>
          </a:p>
          <a:p>
            <a:endParaRPr lang="en-US" dirty="0"/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        A student asks Google Bard to explain a science topic, and it provides a </a:t>
            </a:r>
          </a:p>
          <a:p>
            <a:r>
              <a:rPr lang="en-US" dirty="0"/>
              <a:t>                        simple, easy-to-understand explanation.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2).png"/>
          <p:cNvPicPr>
            <a:picLocks noChangeAspect="1"/>
          </p:cNvPicPr>
          <p:nvPr/>
        </p:nvPicPr>
        <p:blipFill>
          <a:blip r:embed="rId2"/>
          <a:srcRect t="10317" b="20238"/>
          <a:stretch>
            <a:fillRect/>
          </a:stretch>
        </p:blipFill>
        <p:spPr>
          <a:xfrm>
            <a:off x="2571736" y="285728"/>
            <a:ext cx="3857652" cy="1000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071678"/>
            <a:ext cx="873720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Clara is an AI-powered virtual assistant that helps schedule meetings by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handling emails and coordinating calendars automatically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  A manager asks Clara to set up a meeting, and Clara emails participants,</a:t>
            </a:r>
          </a:p>
          <a:p>
            <a:r>
              <a:rPr lang="en-US" dirty="0"/>
              <a:t>                  finds a suitable time, and confirms the schedule.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46" y="214290"/>
            <a:ext cx="3929090" cy="12115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285992"/>
            <a:ext cx="87868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Pictory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is an AI-powered video creation tool that turns text, blogs, or scripts into professional-looking videos with visuals, captions, and music—without video editing skills.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Example:</a:t>
            </a:r>
          </a:p>
          <a:p>
            <a:r>
              <a:rPr lang="en-US" dirty="0"/>
              <a:t>                  A marketer converts a written article into a promotional video using  </a:t>
            </a:r>
          </a:p>
          <a:p>
            <a:r>
              <a:rPr lang="en-US" dirty="0"/>
              <a:t>                    </a:t>
            </a:r>
            <a:r>
              <a:rPr lang="en-US" dirty="0" err="1"/>
              <a:t>Pictory</a:t>
            </a:r>
            <a:r>
              <a:rPr lang="en-US" dirty="0"/>
              <a:t> for </a:t>
            </a:r>
            <a:r>
              <a:rPr lang="en-US" dirty="0" err="1"/>
              <a:t>Instagram</a:t>
            </a:r>
            <a:r>
              <a:rPr lang="en-US" dirty="0"/>
              <a:t> or YouTube.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5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50" y="214290"/>
            <a:ext cx="3929090" cy="13487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214554"/>
            <a:ext cx="874951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Plus AI is an AI-powered presentation tool that helps create professional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slides quickly by generating content and layouts automatically.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   A student enters a topic, and Plus AI instantly creates a well-designed</a:t>
            </a:r>
          </a:p>
          <a:p>
            <a:r>
              <a:rPr lang="en-US" dirty="0"/>
              <a:t>                     presentation.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4).png"/>
          <p:cNvPicPr>
            <a:picLocks noChangeAspect="1"/>
          </p:cNvPicPr>
          <p:nvPr/>
        </p:nvPicPr>
        <p:blipFill>
          <a:blip r:embed="rId2"/>
          <a:srcRect t="17255" b="13726"/>
          <a:stretch>
            <a:fillRect/>
          </a:stretch>
        </p:blipFill>
        <p:spPr>
          <a:xfrm>
            <a:off x="2643174" y="285728"/>
            <a:ext cx="3967182" cy="8572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1928802"/>
            <a:ext cx="834638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ChatGPT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is an advanced AI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chatbot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that understands and generates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human-like text. It can answer questions, provide explanations, create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content, and assist with tasks like writing, coding, or learning.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A professional asks </a:t>
            </a:r>
            <a:r>
              <a:rPr lang="en-US" dirty="0" err="1"/>
              <a:t>ChatGPT</a:t>
            </a:r>
            <a:r>
              <a:rPr lang="en-US" dirty="0"/>
              <a:t> to draft an email, summarize a report, or </a:t>
            </a:r>
          </a:p>
          <a:p>
            <a:r>
              <a:rPr lang="en-US" dirty="0"/>
              <a:t>                 generate ideas for a project, saving time and effort.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6).jpeg"/>
          <p:cNvPicPr>
            <a:picLocks noChangeAspect="1"/>
          </p:cNvPicPr>
          <p:nvPr/>
        </p:nvPicPr>
        <p:blipFill>
          <a:blip r:embed="rId2"/>
          <a:srcRect t="8333" b="12499"/>
          <a:stretch>
            <a:fillRect/>
          </a:stretch>
        </p:blipFill>
        <p:spPr>
          <a:xfrm>
            <a:off x="2786050" y="285728"/>
            <a:ext cx="3286148" cy="1357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42844" y="2643182"/>
            <a:ext cx="897681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Notion is a versatile productivity and collaboration platform that combines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note-taking, task management, databases, and project planning in a single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workspace. It helps individuals and teams stay organized, manage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workflows, and collaborate efficiently</a:t>
            </a:r>
            <a:r>
              <a:rPr lang="en-US" dirty="0"/>
              <a:t>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    A startup team uses Notion to plan projects, track tasks, store documents,</a:t>
            </a:r>
          </a:p>
          <a:p>
            <a:r>
              <a:rPr lang="en-US" dirty="0"/>
              <a:t>                     and share updates with everyone in one place.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26" y="214290"/>
            <a:ext cx="3500454" cy="1280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357430"/>
            <a:ext cx="89297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Motion is an AI-powered productivity tool that automates task and calendar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management to help users plan their day efficiently.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A professional uses Motion to automatically schedule tasks around meetings,</a:t>
            </a:r>
          </a:p>
          <a:p>
            <a:r>
              <a:rPr lang="en-US" dirty="0"/>
              <a:t>             ensuring everything gets done on time.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64" y="285728"/>
            <a:ext cx="3395678" cy="1234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000240"/>
            <a:ext cx="84944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Murf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AI is an AI voice generation tool that converts text into realistic,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natural-sounding speech for videos, presentations, or podcasts.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Example:</a:t>
            </a:r>
          </a:p>
          <a:p>
            <a:r>
              <a:rPr lang="en-US" dirty="0"/>
              <a:t>                 A content creator types a script, and </a:t>
            </a:r>
            <a:r>
              <a:rPr lang="en-US" dirty="0" err="1"/>
              <a:t>Murf</a:t>
            </a:r>
            <a:r>
              <a:rPr lang="en-US" dirty="0"/>
              <a:t> AI turns it into a professional</a:t>
            </a:r>
          </a:p>
          <a:p>
            <a:r>
              <a:rPr lang="en-US" dirty="0"/>
              <a:t>                voiceover without recording audio manually.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2" y="285728"/>
            <a:ext cx="3786214" cy="12115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571744"/>
            <a:ext cx="858933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Zoho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Zia is an AI assistant integrated into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Zoho’s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apps that helps with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sales, customer support, and analytics by providing insights, predictions,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and automation.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Example:</a:t>
            </a:r>
          </a:p>
          <a:p>
            <a:r>
              <a:rPr lang="en-US" dirty="0"/>
              <a:t>                  A sales manager asks </a:t>
            </a:r>
            <a:r>
              <a:rPr lang="en-US" dirty="0" err="1"/>
              <a:t>Zoho</a:t>
            </a:r>
            <a:r>
              <a:rPr lang="en-US" dirty="0"/>
              <a:t> Zia to identify the most promising leads, </a:t>
            </a:r>
          </a:p>
          <a:p>
            <a:r>
              <a:rPr lang="en-US" dirty="0"/>
              <a:t>                         and it suggests actions to increase conversions.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7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02" y="214290"/>
            <a:ext cx="3853834" cy="1280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500306"/>
            <a:ext cx="911980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Lavar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is an interactive,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voice‑first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AI reading platform that makes books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and learning materials talk back to you — you can ask questions,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get explanations, and explore content conversationally as if the material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were a guide or tutor. It uses voice AI and adaptive dialogue to enhance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reading engagement and personalized learning.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   A student listens to a textbook on </a:t>
            </a:r>
            <a:r>
              <a:rPr lang="en-US" dirty="0" err="1"/>
              <a:t>Lavar</a:t>
            </a:r>
            <a:r>
              <a:rPr lang="en-US" dirty="0"/>
              <a:t> and asks “Explain this chapter,” </a:t>
            </a:r>
          </a:p>
          <a:p>
            <a:r>
              <a:rPr lang="en-US" dirty="0"/>
              <a:t>                    and the platform responds with clear answers and insights. </a:t>
            </a:r>
          </a:p>
          <a:p>
            <a:r>
              <a:rPr lang="en-US" dirty="0"/>
              <a:t>                    If you meant another </a:t>
            </a:r>
            <a:r>
              <a:rPr lang="en-US" b="1" dirty="0" err="1"/>
              <a:t>Lavar</a:t>
            </a:r>
            <a:r>
              <a:rPr lang="en-US" dirty="0"/>
              <a:t> product (like an app or business), let me know!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2" y="285728"/>
            <a:ext cx="3857652" cy="12115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85720" y="2357430"/>
            <a:ext cx="862813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Grammarly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is an AI-powered writing assistant that checks grammar,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spelling, punctuation, and style, and suggests improvements for clear and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professional writing.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Example:</a:t>
            </a:r>
          </a:p>
          <a:p>
            <a:r>
              <a:rPr lang="en-US" dirty="0"/>
              <a:t>                       A student uses </a:t>
            </a:r>
            <a:r>
              <a:rPr lang="en-US" dirty="0" err="1"/>
              <a:t>Grammarly</a:t>
            </a:r>
            <a:r>
              <a:rPr lang="en-US" dirty="0"/>
              <a:t> to proofread an essay and fix errors before </a:t>
            </a:r>
          </a:p>
          <a:p>
            <a:r>
              <a:rPr lang="en-US" dirty="0"/>
              <a:t>                         submitting it.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32" y="214290"/>
            <a:ext cx="4786346" cy="12115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75198" y="2500306"/>
            <a:ext cx="896880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Techopedia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is an online platform that provides clear definitions,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explanations, and articles about technology, IT concepts, and digital trends.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Example:</a:t>
            </a:r>
          </a:p>
          <a:p>
            <a:r>
              <a:rPr lang="en-US" dirty="0"/>
              <a:t>                A student looks up “cloud computing” on </a:t>
            </a:r>
            <a:r>
              <a:rPr lang="en-US" dirty="0" err="1"/>
              <a:t>Techopedia</a:t>
            </a:r>
            <a:r>
              <a:rPr lang="en-US" dirty="0"/>
              <a:t> to understand it in </a:t>
            </a:r>
          </a:p>
          <a:p>
            <a:r>
              <a:rPr lang="en-US" dirty="0"/>
              <a:t>              simple, easy-to-grasp terms.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(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84" y="285728"/>
            <a:ext cx="4214834" cy="1280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14282" y="2500306"/>
            <a:ext cx="889698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Otter.ai is an AI-powered transcription and </a:t>
            </a:r>
            <a:r>
              <a:rPr 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note‑taking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 tool that listens to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conversations (like meetings or lectures) and turns them into accurate, </a:t>
            </a: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searchable text notes.</a:t>
            </a: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  <a:latin typeface="Elephant" pitchFamily="18" charset="0"/>
            </a:endParaRPr>
          </a:p>
          <a:p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itchFamily="18" charset="0"/>
              </a:rPr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                       During a team meeting, Otter.ai records the discussion and provides a</a:t>
            </a:r>
          </a:p>
          <a:p>
            <a:r>
              <a:rPr lang="en-US" dirty="0"/>
              <a:t>                         written transcript with key highlights and speaker labels.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284</TotalTime>
  <Words>1211</Words>
  <Application>Microsoft Office PowerPoint</Application>
  <PresentationFormat>On-screen Show (4:3)</PresentationFormat>
  <Paragraphs>165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Elephant</vt:lpstr>
      <vt:lpstr>Georgia</vt:lpstr>
      <vt:lpstr>Wingdings</vt:lpstr>
      <vt:lpstr>Wingdings 2</vt:lpstr>
      <vt:lpstr>Civic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Pragati Ritti</cp:lastModifiedBy>
  <cp:revision>18</cp:revision>
  <dcterms:created xsi:type="dcterms:W3CDTF">2026-01-06T14:22:46Z</dcterms:created>
  <dcterms:modified xsi:type="dcterms:W3CDTF">2026-01-18T14:15:34Z</dcterms:modified>
</cp:coreProperties>
</file>
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67B09-D810-F2BF-2E2A-804A1A55AA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i="1" dirty="0">
                <a:solidFill>
                  <a:srgbClr val="002060"/>
                </a:solidFill>
              </a:rPr>
              <a:t>Root Mean Square Error            (RMSE)</a:t>
            </a:r>
            <a:endParaRPr lang="en-US" i="1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8603AA-831E-A1D3-F7F6-BCE3D3BA11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2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A9441-1F4D-C96A-B275-F59D6A54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Definition</a:t>
            </a:r>
            <a:r>
              <a:rPr lang="en-IN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EC3B6-1C23-B6EB-ECF2-AC5078037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i="1" dirty="0">
                <a:solidFill>
                  <a:srgbClr val="002060"/>
                </a:solidFill>
              </a:rPr>
              <a:t>The root mean square error (RMSE) is a frequently-used measure of the differences between values predicted by a model or an estimator and the values actually observed from the thing being </a:t>
            </a:r>
            <a:r>
              <a:rPr lang="en-IN" b="1" i="1" dirty="0" err="1">
                <a:solidFill>
                  <a:srgbClr val="002060"/>
                </a:solidFill>
              </a:rPr>
              <a:t>modeled</a:t>
            </a:r>
            <a:r>
              <a:rPr lang="en-IN" b="1" i="1" dirty="0">
                <a:solidFill>
                  <a:srgbClr val="002060"/>
                </a:solidFill>
              </a:rPr>
              <a:t> or estimated.</a:t>
            </a:r>
            <a:endParaRPr lang="en-US" b="1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207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7DD56-80E2-30AE-F164-C9CA84632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dirty="0">
                <a:solidFill>
                  <a:srgbClr val="002060"/>
                </a:solidFill>
              </a:rPr>
              <a:t>Uses</a:t>
            </a:r>
            <a:endParaRPr lang="en-US" i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A3E93-4CCA-CAB0-73C4-C345DBDC1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315200" cy="5120640"/>
          </a:xfrm>
        </p:spPr>
        <p:txBody>
          <a:bodyPr>
            <a:normAutofit/>
          </a:bodyPr>
          <a:lstStyle/>
          <a:p>
            <a:r>
              <a:rPr lang="en-IN" i="1" dirty="0">
                <a:solidFill>
                  <a:srgbClr val="002060"/>
                </a:solidFill>
              </a:rPr>
              <a:t>Model Evaluation 
Model Comparison 
Weather Forecasting 
Stock Market Prediction 
Engineering Experiments 
Data Science Analysis 
Quality Control 
Regression Models </a:t>
            </a:r>
            <a:endParaRPr lang="en-US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72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77839-B956-A51A-5011-5F3EBFB43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dirty="0"/>
              <a:t>Formula 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080C6-DE36-D61B-5F8A-EFA3D61DA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1" dirty="0"/>
              <a:t>Yi = Actual value
</a:t>
            </a:r>
            <a:r>
              <a:rPr lang="en-IN" b="1" i="1" dirty="0" err="1"/>
              <a:t>Ŷi</a:t>
            </a:r>
            <a:r>
              <a:rPr lang="en-IN" b="1" i="1" dirty="0"/>
              <a:t>= Predicted value
n= Total number of observations
 Σ= Summation of all values</a:t>
            </a:r>
            <a:endParaRPr lang="en-US" b="1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3A6D57-2572-D10B-B05B-EF36B6D60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085" y="1226589"/>
            <a:ext cx="6013723" cy="137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594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56110-4F3D-6143-9491-97AC511B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dirty="0"/>
              <a:t>Advantages of Root Mean Square Error (RMSE)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00646-1AD5-CF53-307A-6006E73B9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>
                <a:solidFill>
                  <a:srgbClr val="002060"/>
                </a:solidFill>
              </a:rPr>
              <a:t>Easy to understand – Simple method to measure prediction error.
Widely used – Commonly used in statistics, machine learning, and data analysis.
Sensitive to large errors – Large errors are penalized more, which helps improve model accuracy.
Same unit as data – RMSE value is in the same unit as the original data, making it easier to interpret.
Good for model comparison – Helps compare different prediction models.</a:t>
            </a:r>
            <a:endParaRPr lang="en-US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805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D3830-FBC2-6B72-871C-CF13D100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i="1" dirty="0">
                <a:solidFill>
                  <a:srgbClr val="002060"/>
                </a:solidFill>
              </a:rPr>
              <a:t>Disadvantages of Root Mean Square Error (RMSE)</a:t>
            </a:r>
            <a:endParaRPr lang="en-US" i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E754A-1C9A-DA48-B5BF-332831BE7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>
                <a:solidFill>
                  <a:srgbClr val="002060"/>
                </a:solidFill>
              </a:rPr>
              <a:t>Sensitive to outliers – Large errors greatly affect the RMSE value.
Not always easy to interpret – Without context, RMSE alone may not explain model performance.
Depends on data scale – RMSE values change if the scale of data changes.
Does not show direction of error – It only shows the magnitude of error, not whether predictions are higher or lower.
Less useful for classification problems – Mostly used for regression models, not classification.</a:t>
            </a:r>
            <a:endParaRPr lang="en-US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121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DFDF-7F87-38F2-308A-AD5078E28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D63AD-8740-8B2F-10D5-0544A87A6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i="1" dirty="0">
                <a:solidFill>
                  <a:srgbClr val="002060"/>
                </a:solidFill>
              </a:rPr>
              <a:t>                               Thank you </a:t>
            </a:r>
            <a:endParaRPr lang="en-US" b="1" i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23552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Frame</vt:lpstr>
      <vt:lpstr>Root Mean Square Error            (RMSE)</vt:lpstr>
      <vt:lpstr>Definition </vt:lpstr>
      <vt:lpstr>Uses</vt:lpstr>
      <vt:lpstr>Formula </vt:lpstr>
      <vt:lpstr>Advantages of Root Mean Square Error (RMSE)</vt:lpstr>
      <vt:lpstr>Disadvantages of Root Mean Square Error (RMSE)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Maahi M</dc:creator>
  <cp:lastModifiedBy>Maahi M</cp:lastModifiedBy>
  <cp:revision>4</cp:revision>
  <dcterms:created xsi:type="dcterms:W3CDTF">2026-03-11T09:14:00Z</dcterms:created>
  <dcterms:modified xsi:type="dcterms:W3CDTF">2026-03-11T11:10:05Z</dcterms:modified>
</cp:coreProperties>
</file>
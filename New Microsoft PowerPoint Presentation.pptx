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2" r:id="rId1"/>
  </p:sldMasterIdLst>
  <p:sldIdLst>
    <p:sldId id="256" r:id="rId2"/>
    <p:sldId id="257" r:id="rId3"/>
    <p:sldId id="261" r:id="rId4"/>
    <p:sldId id="259" r:id="rId5"/>
    <p:sldId id="258" r:id="rId6"/>
    <p:sldId id="260"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A3523F-DB5B-4B18-AC0F-C56CA990E604}" v="88" dt="2026-02-11T15:04:43.1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hwini.K Machenahalli" userId="58add39ea3b467e8" providerId="LiveId" clId="{3E2601EE-9743-4732-9D46-2E0DCA7A1FBF}"/>
    <pc:docChg chg="undo custSel addSld delSld modSld">
      <pc:chgData name="Tejashwini.K Machenahalli" userId="58add39ea3b467e8" providerId="LiveId" clId="{3E2601EE-9743-4732-9D46-2E0DCA7A1FBF}" dt="2026-02-11T15:05:26.548" v="580" actId="1076"/>
      <pc:docMkLst>
        <pc:docMk/>
      </pc:docMkLst>
      <pc:sldChg chg="addSp delSp modSp new mod">
        <pc:chgData name="Tejashwini.K Machenahalli" userId="58add39ea3b467e8" providerId="LiveId" clId="{3E2601EE-9743-4732-9D46-2E0DCA7A1FBF}" dt="2026-02-11T14:04:06.788" v="350" actId="20577"/>
        <pc:sldMkLst>
          <pc:docMk/>
          <pc:sldMk cId="3532672786" sldId="256"/>
        </pc:sldMkLst>
        <pc:spChg chg="add del mod">
          <ac:chgData name="Tejashwini.K Machenahalli" userId="58add39ea3b467e8" providerId="LiveId" clId="{3E2601EE-9743-4732-9D46-2E0DCA7A1FBF}" dt="2026-02-11T12:45:34.245" v="3"/>
          <ac:spMkLst>
            <pc:docMk/>
            <pc:sldMk cId="3532672786" sldId="256"/>
            <ac:spMk id="2" creationId="{B981297F-8DA6-7649-39CF-B9289A773782}"/>
          </ac:spMkLst>
        </pc:spChg>
        <pc:spChg chg="add mod">
          <ac:chgData name="Tejashwini.K Machenahalli" userId="58add39ea3b467e8" providerId="LiveId" clId="{3E2601EE-9743-4732-9D46-2E0DCA7A1FBF}" dt="2026-02-11T14:04:06.788" v="350" actId="20577"/>
          <ac:spMkLst>
            <pc:docMk/>
            <pc:sldMk cId="3532672786" sldId="256"/>
            <ac:spMk id="3" creationId="{A0891E31-20AB-4D87-3DA5-8772FFB54AC7}"/>
          </ac:spMkLst>
        </pc:spChg>
      </pc:sldChg>
      <pc:sldChg chg="addSp modSp new mod">
        <pc:chgData name="Tejashwini.K Machenahalli" userId="58add39ea3b467e8" providerId="LiveId" clId="{3E2601EE-9743-4732-9D46-2E0DCA7A1FBF}" dt="2026-02-11T15:02:00.568" v="573" actId="1076"/>
        <pc:sldMkLst>
          <pc:docMk/>
          <pc:sldMk cId="1219848973" sldId="257"/>
        </pc:sldMkLst>
        <pc:spChg chg="add mod">
          <ac:chgData name="Tejashwini.K Machenahalli" userId="58add39ea3b467e8" providerId="LiveId" clId="{3E2601EE-9743-4732-9D46-2E0DCA7A1FBF}" dt="2026-02-11T15:02:00.568" v="573" actId="1076"/>
          <ac:spMkLst>
            <pc:docMk/>
            <pc:sldMk cId="1219848973" sldId="257"/>
            <ac:spMk id="2" creationId="{BF5C2E07-84C5-6F7F-4431-EA2B62CA959F}"/>
          </ac:spMkLst>
        </pc:spChg>
        <pc:spChg chg="add mod">
          <ac:chgData name="Tejashwini.K Machenahalli" userId="58add39ea3b467e8" providerId="LiveId" clId="{3E2601EE-9743-4732-9D46-2E0DCA7A1FBF}" dt="2026-02-11T15:01:55.914" v="572" actId="1076"/>
          <ac:spMkLst>
            <pc:docMk/>
            <pc:sldMk cId="1219848973" sldId="257"/>
            <ac:spMk id="3" creationId="{99071EDB-ABD1-68F9-3C45-91FC2FA4F6C1}"/>
          </ac:spMkLst>
        </pc:spChg>
      </pc:sldChg>
      <pc:sldChg chg="addSp delSp modSp new mod">
        <pc:chgData name="Tejashwini.K Machenahalli" userId="58add39ea3b467e8" providerId="LiveId" clId="{3E2601EE-9743-4732-9D46-2E0DCA7A1FBF}" dt="2026-02-11T15:05:04.906" v="578" actId="1076"/>
        <pc:sldMkLst>
          <pc:docMk/>
          <pc:sldMk cId="2039986238" sldId="258"/>
        </pc:sldMkLst>
        <pc:spChg chg="add mod">
          <ac:chgData name="Tejashwini.K Machenahalli" userId="58add39ea3b467e8" providerId="LiveId" clId="{3E2601EE-9743-4732-9D46-2E0DCA7A1FBF}" dt="2026-02-11T14:05:10.470" v="357" actId="255"/>
          <ac:spMkLst>
            <pc:docMk/>
            <pc:sldMk cId="2039986238" sldId="258"/>
            <ac:spMk id="2" creationId="{16B6E299-1B51-8BEE-6F96-EA7272C82EEB}"/>
          </ac:spMkLst>
        </pc:spChg>
        <pc:spChg chg="add del mod">
          <ac:chgData name="Tejashwini.K Machenahalli" userId="58add39ea3b467e8" providerId="LiveId" clId="{3E2601EE-9743-4732-9D46-2E0DCA7A1FBF}" dt="2026-02-11T14:00:00.437" v="293"/>
          <ac:spMkLst>
            <pc:docMk/>
            <pc:sldMk cId="2039986238" sldId="258"/>
            <ac:spMk id="3" creationId="{AB58F077-63B5-43A9-D59C-8D548AAB8110}"/>
          </ac:spMkLst>
        </pc:spChg>
        <pc:spChg chg="add del mod">
          <ac:chgData name="Tejashwini.K Machenahalli" userId="58add39ea3b467e8" providerId="LiveId" clId="{3E2601EE-9743-4732-9D46-2E0DCA7A1FBF}" dt="2026-02-11T14:00:15.990" v="298"/>
          <ac:spMkLst>
            <pc:docMk/>
            <pc:sldMk cId="2039986238" sldId="258"/>
            <ac:spMk id="5" creationId="{4FDF35A9-B713-9113-A294-2892D802F356}"/>
          </ac:spMkLst>
        </pc:spChg>
        <pc:spChg chg="add mod">
          <ac:chgData name="Tejashwini.K Machenahalli" userId="58add39ea3b467e8" providerId="LiveId" clId="{3E2601EE-9743-4732-9D46-2E0DCA7A1FBF}" dt="2026-02-11T15:05:04.906" v="578" actId="1076"/>
          <ac:spMkLst>
            <pc:docMk/>
            <pc:sldMk cId="2039986238" sldId="258"/>
            <ac:spMk id="7" creationId="{9EE41B87-F65F-DBD2-710D-BF07A9F1D71E}"/>
          </ac:spMkLst>
        </pc:spChg>
        <pc:picChg chg="add del mod">
          <ac:chgData name="Tejashwini.K Machenahalli" userId="58add39ea3b467e8" providerId="LiveId" clId="{3E2601EE-9743-4732-9D46-2E0DCA7A1FBF}" dt="2026-02-11T14:00:00.405" v="291" actId="21"/>
          <ac:picMkLst>
            <pc:docMk/>
            <pc:sldMk cId="2039986238" sldId="258"/>
            <ac:picMk id="4" creationId="{11D35EFE-22CA-E015-469A-C092A2585EF0}"/>
          </ac:picMkLst>
        </pc:picChg>
        <pc:picChg chg="add del mod">
          <ac:chgData name="Tejashwini.K Machenahalli" userId="58add39ea3b467e8" providerId="LiveId" clId="{3E2601EE-9743-4732-9D46-2E0DCA7A1FBF}" dt="2026-02-11T14:00:15.965" v="296" actId="21"/>
          <ac:picMkLst>
            <pc:docMk/>
            <pc:sldMk cId="2039986238" sldId="258"/>
            <ac:picMk id="6" creationId="{11D35EFE-22CA-E015-469A-C092A2585EF0}"/>
          </ac:picMkLst>
        </pc:picChg>
        <pc:picChg chg="add del mod">
          <ac:chgData name="Tejashwini.K Machenahalli" userId="58add39ea3b467e8" providerId="LiveId" clId="{3E2601EE-9743-4732-9D46-2E0DCA7A1FBF}" dt="2026-02-11T14:48:06.571" v="559" actId="21"/>
          <ac:picMkLst>
            <pc:docMk/>
            <pc:sldMk cId="2039986238" sldId="258"/>
            <ac:picMk id="8" creationId="{EAF387A4-147D-3741-8C74-C7E82F613547}"/>
          </ac:picMkLst>
        </pc:picChg>
        <pc:picChg chg="add del">
          <ac:chgData name="Tejashwini.K Machenahalli" userId="58add39ea3b467e8" providerId="LiveId" clId="{3E2601EE-9743-4732-9D46-2E0DCA7A1FBF}" dt="2026-02-11T14:48:14.029" v="561" actId="21"/>
          <ac:picMkLst>
            <pc:docMk/>
            <pc:sldMk cId="2039986238" sldId="258"/>
            <ac:picMk id="9" creationId="{E09FE65B-76A5-C2D9-5C3F-29714F060227}"/>
          </ac:picMkLst>
        </pc:picChg>
        <pc:picChg chg="add mod">
          <ac:chgData name="Tejashwini.K Machenahalli" userId="58add39ea3b467e8" providerId="LiveId" clId="{3E2601EE-9743-4732-9D46-2E0DCA7A1FBF}" dt="2026-02-11T15:04:51.961" v="575" actId="1076"/>
          <ac:picMkLst>
            <pc:docMk/>
            <pc:sldMk cId="2039986238" sldId="258"/>
            <ac:picMk id="10" creationId="{C2F9E94E-EF39-8D09-30A8-46B04C05D69B}"/>
          </ac:picMkLst>
        </pc:picChg>
      </pc:sldChg>
      <pc:sldChg chg="addSp delSp modSp new mod">
        <pc:chgData name="Tejashwini.K Machenahalli" userId="58add39ea3b467e8" providerId="LiveId" clId="{3E2601EE-9743-4732-9D46-2E0DCA7A1FBF}" dt="2026-02-11T14:04:48.932" v="354" actId="255"/>
        <pc:sldMkLst>
          <pc:docMk/>
          <pc:sldMk cId="987939966" sldId="259"/>
        </pc:sldMkLst>
        <pc:spChg chg="add mod">
          <ac:chgData name="Tejashwini.K Machenahalli" userId="58add39ea3b467e8" providerId="LiveId" clId="{3E2601EE-9743-4732-9D46-2E0DCA7A1FBF}" dt="2026-02-11T14:04:48.932" v="354" actId="255"/>
          <ac:spMkLst>
            <pc:docMk/>
            <pc:sldMk cId="987939966" sldId="259"/>
            <ac:spMk id="2" creationId="{6E774A40-DDB7-6D90-38DF-39AEFA316BAB}"/>
          </ac:spMkLst>
        </pc:spChg>
        <pc:spChg chg="add del mod">
          <ac:chgData name="Tejashwini.K Machenahalli" userId="58add39ea3b467e8" providerId="LiveId" clId="{3E2601EE-9743-4732-9D46-2E0DCA7A1FBF}" dt="2026-02-11T13:58:39.620" v="285"/>
          <ac:spMkLst>
            <pc:docMk/>
            <pc:sldMk cId="987939966" sldId="259"/>
            <ac:spMk id="3" creationId="{EDD48DDF-B418-8F4A-B694-59C5023DE772}"/>
          </ac:spMkLst>
        </pc:spChg>
        <pc:spChg chg="add mod">
          <ac:chgData name="Tejashwini.K Machenahalli" userId="58add39ea3b467e8" providerId="LiveId" clId="{3E2601EE-9743-4732-9D46-2E0DCA7A1FBF}" dt="2026-02-11T13:58:38.454" v="283" actId="2711"/>
          <ac:spMkLst>
            <pc:docMk/>
            <pc:sldMk cId="987939966" sldId="259"/>
            <ac:spMk id="4" creationId="{288AC174-F21A-360B-289C-187F9E7B9917}"/>
          </ac:spMkLst>
        </pc:spChg>
      </pc:sldChg>
      <pc:sldChg chg="addSp modSp new mod">
        <pc:chgData name="Tejashwini.K Machenahalli" userId="58add39ea3b467e8" providerId="LiveId" clId="{3E2601EE-9743-4732-9D46-2E0DCA7A1FBF}" dt="2026-02-11T14:10:17.863" v="415" actId="1076"/>
        <pc:sldMkLst>
          <pc:docMk/>
          <pc:sldMk cId="3972344949" sldId="260"/>
        </pc:sldMkLst>
        <pc:spChg chg="add mod">
          <ac:chgData name="Tejashwini.K Machenahalli" userId="58add39ea3b467e8" providerId="LiveId" clId="{3E2601EE-9743-4732-9D46-2E0DCA7A1FBF}" dt="2026-02-11T14:10:17.863" v="415" actId="1076"/>
          <ac:spMkLst>
            <pc:docMk/>
            <pc:sldMk cId="3972344949" sldId="260"/>
            <ac:spMk id="2" creationId="{645EA678-6777-B41F-1E3D-FF28DFA7DEE7}"/>
          </ac:spMkLst>
        </pc:spChg>
        <pc:spChg chg="add mod">
          <ac:chgData name="Tejashwini.K Machenahalli" userId="58add39ea3b467e8" providerId="LiveId" clId="{3E2601EE-9743-4732-9D46-2E0DCA7A1FBF}" dt="2026-02-11T14:10:02.932" v="413" actId="1076"/>
          <ac:spMkLst>
            <pc:docMk/>
            <pc:sldMk cId="3972344949" sldId="260"/>
            <ac:spMk id="3" creationId="{8546265C-8500-8885-775D-F37B8AB0B2B9}"/>
          </ac:spMkLst>
        </pc:spChg>
      </pc:sldChg>
      <pc:sldChg chg="addSp delSp modSp new del mod">
        <pc:chgData name="Tejashwini.K Machenahalli" userId="58add39ea3b467e8" providerId="LiveId" clId="{3E2601EE-9743-4732-9D46-2E0DCA7A1FBF}" dt="2026-02-11T14:07:09.478" v="371" actId="2696"/>
        <pc:sldMkLst>
          <pc:docMk/>
          <pc:sldMk cId="4101820308" sldId="260"/>
        </pc:sldMkLst>
        <pc:spChg chg="add mod">
          <ac:chgData name="Tejashwini.K Machenahalli" userId="58add39ea3b467e8" providerId="LiveId" clId="{3E2601EE-9743-4732-9D46-2E0DCA7A1FBF}" dt="2026-02-11T14:05:42.649" v="361" actId="255"/>
          <ac:spMkLst>
            <pc:docMk/>
            <pc:sldMk cId="4101820308" sldId="260"/>
            <ac:spMk id="2" creationId="{2FE33363-C8C1-ADA2-9F52-975E12126374}"/>
          </ac:spMkLst>
        </pc:spChg>
        <pc:spChg chg="add del mod">
          <ac:chgData name="Tejashwini.K Machenahalli" userId="58add39ea3b467e8" providerId="LiveId" clId="{3E2601EE-9743-4732-9D46-2E0DCA7A1FBF}" dt="2026-02-11T14:03:46.131" v="316"/>
          <ac:spMkLst>
            <pc:docMk/>
            <pc:sldMk cId="4101820308" sldId="260"/>
            <ac:spMk id="3" creationId="{6B29F470-D776-2CA7-F388-F92777B786F7}"/>
          </ac:spMkLst>
        </pc:spChg>
        <pc:spChg chg="add del mod">
          <ac:chgData name="Tejashwini.K Machenahalli" userId="58add39ea3b467e8" providerId="LiveId" clId="{3E2601EE-9743-4732-9D46-2E0DCA7A1FBF}" dt="2026-02-11T14:06:39.864" v="366" actId="478"/>
          <ac:spMkLst>
            <pc:docMk/>
            <pc:sldMk cId="4101820308" sldId="260"/>
            <ac:spMk id="4" creationId="{1AA21D3E-3D6E-E4DE-93F8-2391CE7CBE09}"/>
          </ac:spMkLst>
        </pc:spChg>
        <pc:spChg chg="add">
          <ac:chgData name="Tejashwini.K Machenahalli" userId="58add39ea3b467e8" providerId="LiveId" clId="{3E2601EE-9743-4732-9D46-2E0DCA7A1FBF}" dt="2026-02-11T14:06:06.291" v="363"/>
          <ac:spMkLst>
            <pc:docMk/>
            <pc:sldMk cId="4101820308" sldId="260"/>
            <ac:spMk id="5" creationId="{115F5D00-E565-CD69-9D6B-FF2D23235239}"/>
          </ac:spMkLst>
        </pc:spChg>
        <pc:spChg chg="add">
          <ac:chgData name="Tejashwini.K Machenahalli" userId="58add39ea3b467e8" providerId="LiveId" clId="{3E2601EE-9743-4732-9D46-2E0DCA7A1FBF}" dt="2026-02-11T14:06:10.398" v="364"/>
          <ac:spMkLst>
            <pc:docMk/>
            <pc:sldMk cId="4101820308" sldId="260"/>
            <ac:spMk id="6" creationId="{FBCA3F9A-6410-36CD-A5BE-E77803894EC2}"/>
          </ac:spMkLst>
        </pc:spChg>
        <pc:spChg chg="add">
          <ac:chgData name="Tejashwini.K Machenahalli" userId="58add39ea3b467e8" providerId="LiveId" clId="{3E2601EE-9743-4732-9D46-2E0DCA7A1FBF}" dt="2026-02-11T14:06:28.360" v="365"/>
          <ac:spMkLst>
            <pc:docMk/>
            <pc:sldMk cId="4101820308" sldId="260"/>
            <ac:spMk id="7" creationId="{B857C8FB-06E1-B3CD-338E-6DE33BA0E443}"/>
          </ac:spMkLst>
        </pc:spChg>
        <pc:spChg chg="add del mod">
          <ac:chgData name="Tejashwini.K Machenahalli" userId="58add39ea3b467e8" providerId="LiveId" clId="{3E2601EE-9743-4732-9D46-2E0DCA7A1FBF}" dt="2026-02-11T14:07:07.373" v="370"/>
          <ac:spMkLst>
            <pc:docMk/>
            <pc:sldMk cId="4101820308" sldId="260"/>
            <ac:spMk id="8" creationId="{3BBCBBB5-A6BC-BB4D-5BFD-A8AA10035BBA}"/>
          </ac:spMkLst>
        </pc:spChg>
        <pc:spChg chg="add">
          <ac:chgData name="Tejashwini.K Machenahalli" userId="58add39ea3b467e8" providerId="LiveId" clId="{3E2601EE-9743-4732-9D46-2E0DCA7A1FBF}" dt="2026-02-11T14:06:55.334" v="368"/>
          <ac:spMkLst>
            <pc:docMk/>
            <pc:sldMk cId="4101820308" sldId="260"/>
            <ac:spMk id="9" creationId="{C24332A7-07E4-F1DC-A374-884B4A75D959}"/>
          </ac:spMkLst>
        </pc:spChg>
      </pc:sldChg>
      <pc:sldChg chg="addSp modSp new mod">
        <pc:chgData name="Tejashwini.K Machenahalli" userId="58add39ea3b467e8" providerId="LiveId" clId="{3E2601EE-9743-4732-9D46-2E0DCA7A1FBF}" dt="2026-02-11T15:05:26.548" v="580" actId="1076"/>
        <pc:sldMkLst>
          <pc:docMk/>
          <pc:sldMk cId="918728957" sldId="261"/>
        </pc:sldMkLst>
        <pc:spChg chg="add mod">
          <ac:chgData name="Tejashwini.K Machenahalli" userId="58add39ea3b467e8" providerId="LiveId" clId="{3E2601EE-9743-4732-9D46-2E0DCA7A1FBF}" dt="2026-02-11T14:23:21.678" v="424" actId="1076"/>
          <ac:spMkLst>
            <pc:docMk/>
            <pc:sldMk cId="918728957" sldId="261"/>
            <ac:spMk id="2" creationId="{1582AFF8-D560-67A4-6D84-D5256B6D342F}"/>
          </ac:spMkLst>
        </pc:spChg>
        <pc:spChg chg="add mod">
          <ac:chgData name="Tejashwini.K Machenahalli" userId="58add39ea3b467e8" providerId="LiveId" clId="{3E2601EE-9743-4732-9D46-2E0DCA7A1FBF}" dt="2026-02-11T15:05:26.548" v="580" actId="1076"/>
          <ac:spMkLst>
            <pc:docMk/>
            <pc:sldMk cId="918728957" sldId="261"/>
            <ac:spMk id="3" creationId="{9C36D49F-50E5-E186-761C-793587D4C544}"/>
          </ac:spMkLst>
        </pc:spChg>
        <pc:picChg chg="add mod">
          <ac:chgData name="Tejashwini.K Machenahalli" userId="58add39ea3b467e8" providerId="LiveId" clId="{3E2601EE-9743-4732-9D46-2E0DCA7A1FBF}" dt="2026-02-11T15:05:20.869" v="579" actId="1076"/>
          <ac:picMkLst>
            <pc:docMk/>
            <pc:sldMk cId="918728957" sldId="261"/>
            <ac:picMk id="4" creationId="{4EA37098-1558-DE2C-BB29-6004156DE7A2}"/>
          </ac:picMkLst>
        </pc:picChg>
      </pc:sldChg>
      <pc:sldChg chg="addSp delSp modSp new mod">
        <pc:chgData name="Tejashwini.K Machenahalli" userId="58add39ea3b467e8" providerId="LiveId" clId="{3E2601EE-9743-4732-9D46-2E0DCA7A1FBF}" dt="2026-02-11T14:32:06.027" v="540" actId="1076"/>
        <pc:sldMkLst>
          <pc:docMk/>
          <pc:sldMk cId="1637352652" sldId="262"/>
        </pc:sldMkLst>
        <pc:spChg chg="add del mod">
          <ac:chgData name="Tejashwini.K Machenahalli" userId="58add39ea3b467e8" providerId="LiveId" clId="{3E2601EE-9743-4732-9D46-2E0DCA7A1FBF}" dt="2026-02-11T14:28:57.054" v="502" actId="478"/>
          <ac:spMkLst>
            <pc:docMk/>
            <pc:sldMk cId="1637352652" sldId="262"/>
            <ac:spMk id="2" creationId="{02BFC9BD-1C45-0255-547B-1F03468EB6CF}"/>
          </ac:spMkLst>
        </pc:spChg>
        <pc:spChg chg="add del mod">
          <ac:chgData name="Tejashwini.K Machenahalli" userId="58add39ea3b467e8" providerId="LiveId" clId="{3E2601EE-9743-4732-9D46-2E0DCA7A1FBF}" dt="2026-02-11T14:28:16.612" v="497" actId="478"/>
          <ac:spMkLst>
            <pc:docMk/>
            <pc:sldMk cId="1637352652" sldId="262"/>
            <ac:spMk id="3" creationId="{2BA8162F-FD52-3DB9-9776-D2963E937586}"/>
          </ac:spMkLst>
        </pc:spChg>
        <pc:spChg chg="add del">
          <ac:chgData name="Tejashwini.K Machenahalli" userId="58add39ea3b467e8" providerId="LiveId" clId="{3E2601EE-9743-4732-9D46-2E0DCA7A1FBF}" dt="2026-02-11T14:28:16.612" v="497" actId="478"/>
          <ac:spMkLst>
            <pc:docMk/>
            <pc:sldMk cId="1637352652" sldId="262"/>
            <ac:spMk id="4" creationId="{B6F66F77-CE3D-22B2-4088-7889926FF5FC}"/>
          </ac:spMkLst>
        </pc:spChg>
        <pc:spChg chg="add del mod">
          <ac:chgData name="Tejashwini.K Machenahalli" userId="58add39ea3b467e8" providerId="LiveId" clId="{3E2601EE-9743-4732-9D46-2E0DCA7A1FBF}" dt="2026-02-11T14:28:50.467" v="500" actId="478"/>
          <ac:spMkLst>
            <pc:docMk/>
            <pc:sldMk cId="1637352652" sldId="262"/>
            <ac:spMk id="5" creationId="{277AB934-B31D-9E11-5904-ABE0E4E72436}"/>
          </ac:spMkLst>
        </pc:spChg>
        <pc:spChg chg="add del">
          <ac:chgData name="Tejashwini.K Machenahalli" userId="58add39ea3b467e8" providerId="LiveId" clId="{3E2601EE-9743-4732-9D46-2E0DCA7A1FBF}" dt="2026-02-11T14:28:50.467" v="500" actId="478"/>
          <ac:spMkLst>
            <pc:docMk/>
            <pc:sldMk cId="1637352652" sldId="262"/>
            <ac:spMk id="6" creationId="{1194E53F-84ED-3C78-3A48-CE1B250DDA0D}"/>
          </ac:spMkLst>
        </pc:spChg>
        <pc:spChg chg="add mod">
          <ac:chgData name="Tejashwini.K Machenahalli" userId="58add39ea3b467e8" providerId="LiveId" clId="{3E2601EE-9743-4732-9D46-2E0DCA7A1FBF}" dt="2026-02-11T14:31:30.086" v="525" actId="2711"/>
          <ac:spMkLst>
            <pc:docMk/>
            <pc:sldMk cId="1637352652" sldId="262"/>
            <ac:spMk id="7" creationId="{68E80D8D-BA04-E07E-B20F-2A78EC49F33A}"/>
          </ac:spMkLst>
        </pc:spChg>
        <pc:spChg chg="add mod">
          <ac:chgData name="Tejashwini.K Machenahalli" userId="58add39ea3b467e8" providerId="LiveId" clId="{3E2601EE-9743-4732-9D46-2E0DCA7A1FBF}" dt="2026-02-11T14:32:06.027" v="540" actId="1076"/>
          <ac:spMkLst>
            <pc:docMk/>
            <pc:sldMk cId="1637352652" sldId="262"/>
            <ac:spMk id="8" creationId="{FB668714-B3B9-D3FE-4D44-F5CB6A1648B7}"/>
          </ac:spMkLst>
        </pc:spChg>
      </pc:sldChg>
      <pc:sldChg chg="addSp delSp modSp new del mod">
        <pc:chgData name="Tejashwini.K Machenahalli" userId="58add39ea3b467e8" providerId="LiveId" clId="{3E2601EE-9743-4732-9D46-2E0DCA7A1FBF}" dt="2026-02-11T14:27:04.768" v="478" actId="2696"/>
        <pc:sldMkLst>
          <pc:docMk/>
          <pc:sldMk cId="3138743437" sldId="262"/>
        </pc:sldMkLst>
        <pc:spChg chg="add mod">
          <ac:chgData name="Tejashwini.K Machenahalli" userId="58add39ea3b467e8" providerId="LiveId" clId="{3E2601EE-9743-4732-9D46-2E0DCA7A1FBF}" dt="2026-02-11T14:26:18.131" v="474" actId="1076"/>
          <ac:spMkLst>
            <pc:docMk/>
            <pc:sldMk cId="3138743437" sldId="262"/>
            <ac:spMk id="2" creationId="{26C4E3B6-89B6-F291-92B2-0E882AD1A2AB}"/>
          </ac:spMkLst>
        </pc:spChg>
        <pc:spChg chg="add del mod">
          <ac:chgData name="Tejashwini.K Machenahalli" userId="58add39ea3b467e8" providerId="LiveId" clId="{3E2601EE-9743-4732-9D46-2E0DCA7A1FBF}" dt="2026-02-11T14:26:57.100" v="477" actId="478"/>
          <ac:spMkLst>
            <pc:docMk/>
            <pc:sldMk cId="3138743437" sldId="262"/>
            <ac:spMk id="3" creationId="{2D5A48C7-3776-C3F2-3123-9E32C47510D9}"/>
          </ac:spMkLst>
        </pc:spChg>
        <pc:spChg chg="add">
          <ac:chgData name="Tejashwini.K Machenahalli" userId="58add39ea3b467e8" providerId="LiveId" clId="{3E2601EE-9743-4732-9D46-2E0DCA7A1FBF}" dt="2026-02-11T14:26:45.446" v="476"/>
          <ac:spMkLst>
            <pc:docMk/>
            <pc:sldMk cId="3138743437" sldId="262"/>
            <ac:spMk id="4" creationId="{9AA2E8C9-7817-EB43-2D22-5FD336A645B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2FD848-7BCD-4234-97E6-699AED72041C}" type="datetimeFigureOut">
              <a:rPr lang="en-IN" smtClean="0"/>
              <a:t>11-02-2026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1341242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2FD848-7BCD-4234-97E6-699AED72041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400353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2FD848-7BCD-4234-97E6-699AED72041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983661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2FD848-7BCD-4234-97E6-699AED72041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800971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2FD848-7BCD-4234-97E6-699AED72041C}" type="datetimeFigureOut">
              <a:rPr lang="en-IN" smtClean="0"/>
              <a:t>11-02-2026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163408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2FD848-7BCD-4234-97E6-699AED72041C}" type="datetimeFigureOut">
              <a:rPr lang="en-IN" smtClean="0"/>
              <a:t>11-02-2026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3556255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2FD848-7BCD-4234-97E6-699AED72041C}" type="datetimeFigureOut">
              <a:rPr lang="en-IN" smtClean="0"/>
              <a:t>11-02-2026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3708446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2FD848-7BCD-4234-97E6-699AED72041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468319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2FD848-7BCD-4234-97E6-699AED72041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2771955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2FD848-7BCD-4234-97E6-699AED72041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414996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2FD848-7BCD-4234-97E6-699AED72041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1919496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2FD848-7BCD-4234-97E6-699AED72041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1723777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2FD848-7BCD-4234-97E6-699AED72041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10215698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2FD848-7BCD-4234-97E6-699AED72041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956424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2FD848-7BCD-4234-97E6-699AED72041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2663402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2FD848-7BCD-4234-97E6-699AED72041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3239292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2FD848-7BCD-4234-97E6-699AED72041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D24C89-DDF5-4EA6-8824-D39A395DCC18}" type="slidenum">
              <a:rPr lang="en-IN" smtClean="0"/>
              <a:t>‹#›</a:t>
            </a:fld>
            <a:endParaRPr lang="en-IN"/>
          </a:p>
        </p:txBody>
      </p:sp>
    </p:spTree>
    <p:extLst>
      <p:ext uri="{BB962C8B-B14F-4D97-AF65-F5344CB8AC3E}">
        <p14:creationId xmlns:p14="http://schemas.microsoft.com/office/powerpoint/2010/main" val="3566569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12FD848-7BCD-4234-97E6-699AED72041C}" type="datetimeFigureOut">
              <a:rPr lang="en-IN" smtClean="0"/>
              <a:t>11-02-2026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CD24C89-DDF5-4EA6-8824-D39A395DCC18}" type="slidenum">
              <a:rPr lang="en-IN" smtClean="0"/>
              <a:t>‹#›</a:t>
            </a:fld>
            <a:endParaRPr lang="en-IN"/>
          </a:p>
        </p:txBody>
      </p:sp>
    </p:spTree>
    <p:extLst>
      <p:ext uri="{BB962C8B-B14F-4D97-AF65-F5344CB8AC3E}">
        <p14:creationId xmlns:p14="http://schemas.microsoft.com/office/powerpoint/2010/main" val="1697309995"/>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891E31-20AB-4D87-3DA5-8772FFB54AC7}"/>
              </a:ext>
            </a:extLst>
          </p:cNvPr>
          <p:cNvSpPr txBox="1"/>
          <p:nvPr/>
        </p:nvSpPr>
        <p:spPr>
          <a:xfrm>
            <a:off x="1938867" y="2319866"/>
            <a:ext cx="9872134" cy="1446550"/>
          </a:xfrm>
          <a:prstGeom prst="rect">
            <a:avLst/>
          </a:prstGeom>
          <a:noFill/>
        </p:spPr>
        <p:txBody>
          <a:bodyPr wrap="square" rtlCol="0">
            <a:spAutoFit/>
          </a:bodyPr>
          <a:lstStyle/>
          <a:p>
            <a:r>
              <a:rPr lang="en-IN" sz="4400" dirty="0">
                <a:latin typeface="Bahnschrift Condensed" panose="020B0502040204020203" pitchFamily="34" charset="0"/>
              </a:rPr>
              <a:t> MACHINE AND UNDERSTANDABLE  KNOWLEDGE STRUCTURE QUERY INTERFACE</a:t>
            </a:r>
          </a:p>
        </p:txBody>
      </p:sp>
    </p:spTree>
    <p:extLst>
      <p:ext uri="{BB962C8B-B14F-4D97-AF65-F5344CB8AC3E}">
        <p14:creationId xmlns:p14="http://schemas.microsoft.com/office/powerpoint/2010/main" val="3532672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5C2E07-84C5-6F7F-4431-EA2B62CA959F}"/>
              </a:ext>
            </a:extLst>
          </p:cNvPr>
          <p:cNvSpPr txBox="1"/>
          <p:nvPr/>
        </p:nvSpPr>
        <p:spPr>
          <a:xfrm>
            <a:off x="1752600" y="287867"/>
            <a:ext cx="7840133" cy="707886"/>
          </a:xfrm>
          <a:prstGeom prst="rect">
            <a:avLst/>
          </a:prstGeom>
          <a:noFill/>
        </p:spPr>
        <p:txBody>
          <a:bodyPr wrap="square" rtlCol="0">
            <a:spAutoFit/>
          </a:bodyPr>
          <a:lstStyle/>
          <a:p>
            <a:pPr algn="ctr"/>
            <a:r>
              <a:rPr lang="en-IN" sz="4000" dirty="0">
                <a:latin typeface="Algerian" panose="04020705040A02060702" pitchFamily="82" charset="0"/>
                <a:cs typeface="Arial" panose="020B0604020202020204" pitchFamily="34" charset="0"/>
              </a:rPr>
              <a:t>INTRODUCTION</a:t>
            </a:r>
          </a:p>
        </p:txBody>
      </p:sp>
      <p:sp>
        <p:nvSpPr>
          <p:cNvPr id="3" name="TextBox 2">
            <a:extLst>
              <a:ext uri="{FF2B5EF4-FFF2-40B4-BE49-F238E27FC236}">
                <a16:creationId xmlns:a16="http://schemas.microsoft.com/office/drawing/2014/main" id="{99071EDB-ABD1-68F9-3C45-91FC2FA4F6C1}"/>
              </a:ext>
            </a:extLst>
          </p:cNvPr>
          <p:cNvSpPr txBox="1"/>
          <p:nvPr/>
        </p:nvSpPr>
        <p:spPr>
          <a:xfrm>
            <a:off x="1397000" y="1617133"/>
            <a:ext cx="9652000" cy="4832092"/>
          </a:xfrm>
          <a:prstGeom prst="rect">
            <a:avLst/>
          </a:prstGeom>
          <a:noFill/>
        </p:spPr>
        <p:txBody>
          <a:bodyPr wrap="square" rtlCol="0">
            <a:spAutoFit/>
          </a:bodyPr>
          <a:lstStyle/>
          <a:p>
            <a:r>
              <a:rPr lang="en-US" sz="2800" dirty="0">
                <a:latin typeface="Aptos Display" panose="020B0004020202020204" pitchFamily="34" charset="0"/>
              </a:rPr>
              <a:t>Machines require structured information to process data accurately, as they cannot directly understand human language. Therefore, human language must be converted into a machine-readable form for proper processing. Structured Query Interfaces play an important role in this conversion by enabling effective communication between humans and machines. They reduce ambiguity in user queries and ensure faster and more accurate data retrieval. Additionally, these interfaces make systems easy to use for non-technical users and improve the overall efficiency of databases and information systems.</a:t>
            </a:r>
          </a:p>
          <a:p>
            <a:endParaRPr lang="en-IN" sz="2800" dirty="0">
              <a:latin typeface="Aptos Display" panose="020B0004020202020204" pitchFamily="34" charset="0"/>
            </a:endParaRPr>
          </a:p>
        </p:txBody>
      </p:sp>
    </p:spTree>
    <p:extLst>
      <p:ext uri="{BB962C8B-B14F-4D97-AF65-F5344CB8AC3E}">
        <p14:creationId xmlns:p14="http://schemas.microsoft.com/office/powerpoint/2010/main" val="1219848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82AFF8-D560-67A4-6D84-D5256B6D342F}"/>
              </a:ext>
            </a:extLst>
          </p:cNvPr>
          <p:cNvSpPr txBox="1"/>
          <p:nvPr/>
        </p:nvSpPr>
        <p:spPr>
          <a:xfrm>
            <a:off x="1261534" y="345813"/>
            <a:ext cx="8432800" cy="1323439"/>
          </a:xfrm>
          <a:prstGeom prst="rect">
            <a:avLst/>
          </a:prstGeom>
          <a:noFill/>
        </p:spPr>
        <p:txBody>
          <a:bodyPr wrap="square" rtlCol="0">
            <a:spAutoFit/>
          </a:bodyPr>
          <a:lstStyle/>
          <a:p>
            <a:pPr algn="ctr"/>
            <a:r>
              <a:rPr lang="en-IN" sz="4000" dirty="0">
                <a:latin typeface="Algerian" panose="04020705040A02060702" pitchFamily="82" charset="0"/>
              </a:rPr>
              <a:t>Machine Understandable Knowledge</a:t>
            </a:r>
          </a:p>
        </p:txBody>
      </p:sp>
      <p:sp>
        <p:nvSpPr>
          <p:cNvPr id="3" name="TextBox 2">
            <a:extLst>
              <a:ext uri="{FF2B5EF4-FFF2-40B4-BE49-F238E27FC236}">
                <a16:creationId xmlns:a16="http://schemas.microsoft.com/office/drawing/2014/main" id="{9C36D49F-50E5-E186-761C-793587D4C544}"/>
              </a:ext>
            </a:extLst>
          </p:cNvPr>
          <p:cNvSpPr txBox="1"/>
          <p:nvPr/>
        </p:nvSpPr>
        <p:spPr>
          <a:xfrm>
            <a:off x="982135" y="2548466"/>
            <a:ext cx="7027333" cy="2677656"/>
          </a:xfrm>
          <a:prstGeom prst="rect">
            <a:avLst/>
          </a:prstGeom>
          <a:noFill/>
        </p:spPr>
        <p:txBody>
          <a:bodyPr wrap="square" rtlCol="0">
            <a:spAutoFit/>
          </a:bodyPr>
          <a:lstStyle/>
          <a:p>
            <a:pPr marL="285750" indent="-285750">
              <a:buFont typeface="Wingdings" panose="05000000000000000000" pitchFamily="2" charset="2"/>
              <a:buChar char="§"/>
            </a:pPr>
            <a:r>
              <a:rPr lang="en-US" sz="2800" dirty="0">
                <a:latin typeface="Aptos Display" panose="020B0004020202020204" pitchFamily="34" charset="0"/>
              </a:rPr>
              <a:t>Knowledge stored in a structured format.</a:t>
            </a:r>
          </a:p>
          <a:p>
            <a:endParaRPr lang="en-US" sz="2800" dirty="0">
              <a:latin typeface="Aptos Display" panose="020B0004020202020204" pitchFamily="34" charset="0"/>
            </a:endParaRPr>
          </a:p>
          <a:p>
            <a:pPr marL="285750" indent="-285750">
              <a:buFont typeface="Wingdings" panose="05000000000000000000" pitchFamily="2" charset="2"/>
              <a:buChar char="§"/>
            </a:pPr>
            <a:r>
              <a:rPr lang="en-US" sz="2800" dirty="0">
                <a:latin typeface="Aptos Display" panose="020B0004020202020204" pitchFamily="34" charset="0"/>
              </a:rPr>
              <a:t>Easily processed by machines.</a:t>
            </a:r>
          </a:p>
          <a:p>
            <a:endParaRPr lang="en-US" sz="2800" dirty="0">
              <a:latin typeface="Aptos Display" panose="020B0004020202020204" pitchFamily="34" charset="0"/>
            </a:endParaRPr>
          </a:p>
          <a:p>
            <a:pPr marL="285750" indent="-285750">
              <a:buFont typeface="Wingdings" panose="05000000000000000000" pitchFamily="2" charset="2"/>
              <a:buChar char="§"/>
            </a:pPr>
            <a:r>
              <a:rPr lang="en-US" sz="2800" dirty="0">
                <a:latin typeface="Aptos Display" panose="020B0004020202020204" pitchFamily="34" charset="0"/>
              </a:rPr>
              <a:t>Used in databases and intelligent systems.</a:t>
            </a:r>
          </a:p>
          <a:p>
            <a:endParaRPr lang="en-IN" sz="2800" dirty="0">
              <a:latin typeface="Aptos Display" panose="020B0004020202020204" pitchFamily="34" charset="0"/>
            </a:endParaRPr>
          </a:p>
        </p:txBody>
      </p:sp>
      <p:pic>
        <p:nvPicPr>
          <p:cNvPr id="4" name="Picture 3">
            <a:extLst>
              <a:ext uri="{FF2B5EF4-FFF2-40B4-BE49-F238E27FC236}">
                <a16:creationId xmlns:a16="http://schemas.microsoft.com/office/drawing/2014/main" id="{4EA37098-1558-DE2C-BB29-6004156DE7A2}"/>
              </a:ext>
            </a:extLst>
          </p:cNvPr>
          <p:cNvPicPr>
            <a:picLocks noChangeAspect="1"/>
          </p:cNvPicPr>
          <p:nvPr/>
        </p:nvPicPr>
        <p:blipFill>
          <a:blip r:embed="rId2"/>
          <a:stretch>
            <a:fillRect/>
          </a:stretch>
        </p:blipFill>
        <p:spPr>
          <a:xfrm>
            <a:off x="7950201" y="2548466"/>
            <a:ext cx="3793068" cy="2853268"/>
          </a:xfrm>
          <a:prstGeom prst="rect">
            <a:avLst/>
          </a:prstGeom>
        </p:spPr>
      </p:pic>
    </p:spTree>
    <p:extLst>
      <p:ext uri="{BB962C8B-B14F-4D97-AF65-F5344CB8AC3E}">
        <p14:creationId xmlns:p14="http://schemas.microsoft.com/office/powerpoint/2010/main" val="918728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774A40-DDB7-6D90-38DF-39AEFA316BAB}"/>
              </a:ext>
            </a:extLst>
          </p:cNvPr>
          <p:cNvSpPr txBox="1"/>
          <p:nvPr/>
        </p:nvSpPr>
        <p:spPr>
          <a:xfrm>
            <a:off x="884767" y="520414"/>
            <a:ext cx="9237133" cy="707886"/>
          </a:xfrm>
          <a:prstGeom prst="rect">
            <a:avLst/>
          </a:prstGeom>
          <a:noFill/>
        </p:spPr>
        <p:txBody>
          <a:bodyPr wrap="square" rtlCol="0">
            <a:spAutoFit/>
          </a:bodyPr>
          <a:lstStyle/>
          <a:p>
            <a:pPr algn="ctr"/>
            <a:r>
              <a:rPr lang="en-IN" sz="4000" dirty="0">
                <a:latin typeface="Algerian" panose="04020705040A02060702" pitchFamily="82" charset="0"/>
                <a:cs typeface="Arial" panose="020B0604020202020204" pitchFamily="34" charset="0"/>
              </a:rPr>
              <a:t>Structured Query Interface</a:t>
            </a:r>
          </a:p>
        </p:txBody>
      </p:sp>
      <p:sp>
        <p:nvSpPr>
          <p:cNvPr id="4" name="TextBox 3">
            <a:extLst>
              <a:ext uri="{FF2B5EF4-FFF2-40B4-BE49-F238E27FC236}">
                <a16:creationId xmlns:a16="http://schemas.microsoft.com/office/drawing/2014/main" id="{288AC174-F21A-360B-289C-187F9E7B9917}"/>
              </a:ext>
            </a:extLst>
          </p:cNvPr>
          <p:cNvSpPr txBox="1"/>
          <p:nvPr/>
        </p:nvSpPr>
        <p:spPr>
          <a:xfrm>
            <a:off x="1210734" y="2242572"/>
            <a:ext cx="9008533" cy="2246769"/>
          </a:xfrm>
          <a:prstGeom prst="rect">
            <a:avLst/>
          </a:prstGeom>
          <a:noFill/>
        </p:spPr>
        <p:txBody>
          <a:bodyPr wrap="square" rtlCol="0">
            <a:spAutoFit/>
          </a:bodyPr>
          <a:lstStyle/>
          <a:p>
            <a:pPr marL="457200" indent="-457200">
              <a:buFont typeface="Wingdings" panose="05000000000000000000" pitchFamily="2" charset="2"/>
              <a:buChar char="§"/>
            </a:pPr>
            <a:r>
              <a:rPr lang="en-US" sz="2800" dirty="0">
                <a:latin typeface="Aptos Display" panose="020B0004020202020204" pitchFamily="34" charset="0"/>
              </a:rPr>
              <a:t>Interface used to retrieve data from databases.</a:t>
            </a:r>
          </a:p>
          <a:p>
            <a:endParaRPr lang="en-US" sz="2800" dirty="0">
              <a:latin typeface="Aptos Display" panose="020B0004020202020204" pitchFamily="34" charset="0"/>
            </a:endParaRPr>
          </a:p>
          <a:p>
            <a:pPr marL="457200" indent="-457200">
              <a:buFont typeface="Wingdings" panose="05000000000000000000" pitchFamily="2" charset="2"/>
              <a:buChar char="§"/>
            </a:pPr>
            <a:r>
              <a:rPr lang="en-US" sz="2800" dirty="0">
                <a:latin typeface="Aptos Display" panose="020B0004020202020204" pitchFamily="34" charset="0"/>
              </a:rPr>
              <a:t>Uses structured queries like SQL.</a:t>
            </a:r>
          </a:p>
          <a:p>
            <a:endParaRPr lang="en-US" sz="2800" dirty="0">
              <a:latin typeface="Aptos Display" panose="020B0004020202020204" pitchFamily="34" charset="0"/>
            </a:endParaRPr>
          </a:p>
          <a:p>
            <a:pPr marL="457200" indent="-457200">
              <a:buFont typeface="Wingdings" panose="05000000000000000000" pitchFamily="2" charset="2"/>
              <a:buChar char="§"/>
            </a:pPr>
            <a:r>
              <a:rPr lang="en-US" sz="2800" dirty="0">
                <a:latin typeface="Aptos Display" panose="020B0004020202020204" pitchFamily="34" charset="0"/>
              </a:rPr>
              <a:t>Provides accurate and fast information retrieval.</a:t>
            </a:r>
          </a:p>
        </p:txBody>
      </p:sp>
    </p:spTree>
    <p:extLst>
      <p:ext uri="{BB962C8B-B14F-4D97-AF65-F5344CB8AC3E}">
        <p14:creationId xmlns:p14="http://schemas.microsoft.com/office/powerpoint/2010/main" val="987939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B6E299-1B51-8BEE-6F96-EA7272C82EEB}"/>
              </a:ext>
            </a:extLst>
          </p:cNvPr>
          <p:cNvSpPr txBox="1"/>
          <p:nvPr/>
        </p:nvSpPr>
        <p:spPr>
          <a:xfrm>
            <a:off x="2341033" y="567266"/>
            <a:ext cx="6629400" cy="707886"/>
          </a:xfrm>
          <a:prstGeom prst="rect">
            <a:avLst/>
          </a:prstGeom>
          <a:noFill/>
        </p:spPr>
        <p:txBody>
          <a:bodyPr wrap="square" rtlCol="0">
            <a:spAutoFit/>
          </a:bodyPr>
          <a:lstStyle/>
          <a:p>
            <a:pPr algn="ctr"/>
            <a:r>
              <a:rPr lang="en-IN" sz="4000" dirty="0">
                <a:latin typeface="Algerian" panose="04020705040A02060702" pitchFamily="82" charset="0"/>
                <a:cs typeface="Arial" panose="020B0604020202020204" pitchFamily="34" charset="0"/>
              </a:rPr>
              <a:t>Working Process</a:t>
            </a:r>
          </a:p>
        </p:txBody>
      </p:sp>
      <p:sp>
        <p:nvSpPr>
          <p:cNvPr id="7" name="TextBox 6">
            <a:extLst>
              <a:ext uri="{FF2B5EF4-FFF2-40B4-BE49-F238E27FC236}">
                <a16:creationId xmlns:a16="http://schemas.microsoft.com/office/drawing/2014/main" id="{9EE41B87-F65F-DBD2-710D-BF07A9F1D71E}"/>
              </a:ext>
            </a:extLst>
          </p:cNvPr>
          <p:cNvSpPr txBox="1"/>
          <p:nvPr/>
        </p:nvSpPr>
        <p:spPr>
          <a:xfrm>
            <a:off x="821266" y="2235199"/>
            <a:ext cx="6629401" cy="3539430"/>
          </a:xfrm>
          <a:prstGeom prst="rect">
            <a:avLst/>
          </a:prstGeom>
          <a:noFill/>
        </p:spPr>
        <p:txBody>
          <a:bodyPr wrap="square" rtlCol="0">
            <a:spAutoFit/>
          </a:bodyPr>
          <a:lstStyle/>
          <a:p>
            <a:pPr marL="285750" indent="-285750">
              <a:buFont typeface="Wingdings" panose="05000000000000000000" pitchFamily="2" charset="2"/>
              <a:buChar char="§"/>
            </a:pPr>
            <a:r>
              <a:rPr lang="en-US" sz="2800" dirty="0">
                <a:latin typeface="Aptos Display" panose="020B0004020202020204" pitchFamily="34" charset="0"/>
              </a:rPr>
              <a:t>User provides a query.</a:t>
            </a:r>
          </a:p>
          <a:p>
            <a:endParaRPr lang="en-US" sz="2800" dirty="0">
              <a:latin typeface="Aptos Display" panose="020B0004020202020204" pitchFamily="34" charset="0"/>
            </a:endParaRPr>
          </a:p>
          <a:p>
            <a:pPr marL="285750" indent="-285750">
              <a:buFont typeface="Wingdings" panose="05000000000000000000" pitchFamily="2" charset="2"/>
              <a:buChar char="§"/>
            </a:pPr>
            <a:r>
              <a:rPr lang="en-US" sz="2800" dirty="0">
                <a:latin typeface="Aptos Display" panose="020B0004020202020204" pitchFamily="34" charset="0"/>
              </a:rPr>
              <a:t>System processes the query.</a:t>
            </a:r>
          </a:p>
          <a:p>
            <a:endParaRPr lang="en-US" sz="2800" dirty="0">
              <a:latin typeface="Aptos Display" panose="020B0004020202020204" pitchFamily="34" charset="0"/>
            </a:endParaRPr>
          </a:p>
          <a:p>
            <a:pPr marL="285750" indent="-285750">
              <a:buFont typeface="Wingdings" panose="05000000000000000000" pitchFamily="2" charset="2"/>
              <a:buChar char="§"/>
            </a:pPr>
            <a:r>
              <a:rPr lang="en-US" sz="2800" dirty="0">
                <a:latin typeface="Aptos Display" panose="020B0004020202020204" pitchFamily="34" charset="0"/>
              </a:rPr>
              <a:t>Matches query with structured knowledge.</a:t>
            </a:r>
          </a:p>
          <a:p>
            <a:endParaRPr lang="en-US" sz="2800" dirty="0">
              <a:latin typeface="Aptos Display" panose="020B0004020202020204" pitchFamily="34" charset="0"/>
            </a:endParaRPr>
          </a:p>
          <a:p>
            <a:pPr marL="285750" indent="-285750">
              <a:buFont typeface="Wingdings" panose="05000000000000000000" pitchFamily="2" charset="2"/>
              <a:buChar char="§"/>
            </a:pPr>
            <a:r>
              <a:rPr lang="en-US" sz="2800" dirty="0">
                <a:latin typeface="Aptos Display" panose="020B0004020202020204" pitchFamily="34" charset="0"/>
              </a:rPr>
              <a:t> Displays the result to the user.</a:t>
            </a:r>
          </a:p>
          <a:p>
            <a:endParaRPr lang="en-IN" sz="2800" dirty="0">
              <a:latin typeface="Aptos Display" panose="020B0004020202020204" pitchFamily="34" charset="0"/>
            </a:endParaRPr>
          </a:p>
        </p:txBody>
      </p:sp>
      <p:pic>
        <p:nvPicPr>
          <p:cNvPr id="10" name="Picture 9">
            <a:extLst>
              <a:ext uri="{FF2B5EF4-FFF2-40B4-BE49-F238E27FC236}">
                <a16:creationId xmlns:a16="http://schemas.microsoft.com/office/drawing/2014/main" id="{C2F9E94E-EF39-8D09-30A8-46B04C05D69B}"/>
              </a:ext>
            </a:extLst>
          </p:cNvPr>
          <p:cNvPicPr>
            <a:picLocks noChangeAspect="1"/>
          </p:cNvPicPr>
          <p:nvPr/>
        </p:nvPicPr>
        <p:blipFill>
          <a:blip r:embed="rId2"/>
          <a:stretch>
            <a:fillRect/>
          </a:stretch>
        </p:blipFill>
        <p:spPr>
          <a:xfrm>
            <a:off x="7247464" y="2331155"/>
            <a:ext cx="4669913" cy="3113275"/>
          </a:xfrm>
          <a:prstGeom prst="rect">
            <a:avLst/>
          </a:prstGeom>
        </p:spPr>
      </p:pic>
    </p:spTree>
    <p:extLst>
      <p:ext uri="{BB962C8B-B14F-4D97-AF65-F5344CB8AC3E}">
        <p14:creationId xmlns:p14="http://schemas.microsoft.com/office/powerpoint/2010/main" val="2039986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5EA678-6777-B41F-1E3D-FF28DFA7DEE7}"/>
              </a:ext>
            </a:extLst>
          </p:cNvPr>
          <p:cNvSpPr txBox="1"/>
          <p:nvPr/>
        </p:nvSpPr>
        <p:spPr>
          <a:xfrm>
            <a:off x="2819401" y="287866"/>
            <a:ext cx="5774266" cy="707886"/>
          </a:xfrm>
          <a:prstGeom prst="rect">
            <a:avLst/>
          </a:prstGeom>
          <a:noFill/>
        </p:spPr>
        <p:txBody>
          <a:bodyPr wrap="square" rtlCol="0">
            <a:spAutoFit/>
          </a:bodyPr>
          <a:lstStyle/>
          <a:p>
            <a:pPr algn="ctr"/>
            <a:r>
              <a:rPr lang="en-IN" sz="4000" dirty="0">
                <a:latin typeface="Algerian" panose="04020705040A02060702" pitchFamily="82" charset="0"/>
              </a:rPr>
              <a:t>APPLICATIONS</a:t>
            </a:r>
          </a:p>
        </p:txBody>
      </p:sp>
      <p:sp>
        <p:nvSpPr>
          <p:cNvPr id="3" name="TextBox 2">
            <a:extLst>
              <a:ext uri="{FF2B5EF4-FFF2-40B4-BE49-F238E27FC236}">
                <a16:creationId xmlns:a16="http://schemas.microsoft.com/office/drawing/2014/main" id="{8546265C-8500-8885-775D-F37B8AB0B2B9}"/>
              </a:ext>
            </a:extLst>
          </p:cNvPr>
          <p:cNvSpPr txBox="1"/>
          <p:nvPr/>
        </p:nvSpPr>
        <p:spPr>
          <a:xfrm>
            <a:off x="1422399" y="1735667"/>
            <a:ext cx="8771467" cy="3539430"/>
          </a:xfrm>
          <a:prstGeom prst="rect">
            <a:avLst/>
          </a:prstGeom>
          <a:noFill/>
        </p:spPr>
        <p:txBody>
          <a:bodyPr wrap="square" rtlCol="0">
            <a:spAutoFit/>
          </a:bodyPr>
          <a:lstStyle/>
          <a:p>
            <a:pPr marL="285750" indent="-285750">
              <a:buFont typeface="Wingdings" panose="05000000000000000000" pitchFamily="2" charset="2"/>
              <a:buChar char="§"/>
            </a:pPr>
            <a:r>
              <a:rPr lang="en-US" sz="2800" dirty="0">
                <a:latin typeface="Aptos Display" panose="020B0004020202020204" pitchFamily="34" charset="0"/>
              </a:rPr>
              <a:t>Database management systems</a:t>
            </a:r>
          </a:p>
          <a:p>
            <a:pPr marL="285750" indent="-285750">
              <a:buFont typeface="Arial" panose="020B0604020202020204" pitchFamily="34" charset="0"/>
              <a:buChar char="•"/>
            </a:pPr>
            <a:endParaRPr lang="en-US" sz="2800" dirty="0">
              <a:latin typeface="Aptos Display" panose="020B0004020202020204" pitchFamily="34" charset="0"/>
            </a:endParaRPr>
          </a:p>
          <a:p>
            <a:pPr marL="285750" indent="-285750">
              <a:buFont typeface="Wingdings" panose="05000000000000000000" pitchFamily="2" charset="2"/>
              <a:buChar char="§"/>
            </a:pPr>
            <a:r>
              <a:rPr lang="en-US" sz="2800" dirty="0">
                <a:latin typeface="Aptos Display" panose="020B0004020202020204" pitchFamily="34" charset="0"/>
              </a:rPr>
              <a:t>Information retrieval systems</a:t>
            </a:r>
          </a:p>
          <a:p>
            <a:pPr marL="285750" indent="-285750">
              <a:buFont typeface="Arial" panose="020B0604020202020204" pitchFamily="34" charset="0"/>
              <a:buChar char="•"/>
            </a:pPr>
            <a:endParaRPr lang="en-US" sz="2800" dirty="0">
              <a:latin typeface="Aptos Display" panose="020B0004020202020204" pitchFamily="34" charset="0"/>
            </a:endParaRPr>
          </a:p>
          <a:p>
            <a:pPr marL="285750" indent="-285750">
              <a:buFont typeface="Wingdings" panose="05000000000000000000" pitchFamily="2" charset="2"/>
              <a:buChar char="§"/>
            </a:pPr>
            <a:r>
              <a:rPr lang="en-US" sz="2800" dirty="0">
                <a:latin typeface="Aptos Display" panose="020B0004020202020204" pitchFamily="34" charset="0"/>
              </a:rPr>
              <a:t>Decision support systems</a:t>
            </a:r>
          </a:p>
          <a:p>
            <a:pPr marL="285750" indent="-285750">
              <a:buFont typeface="Arial" panose="020B0604020202020204" pitchFamily="34" charset="0"/>
              <a:buChar char="•"/>
            </a:pPr>
            <a:endParaRPr lang="en-US" sz="2800" dirty="0">
              <a:latin typeface="Aptos Display" panose="020B0004020202020204" pitchFamily="34" charset="0"/>
            </a:endParaRPr>
          </a:p>
          <a:p>
            <a:pPr marL="285750" indent="-285750">
              <a:buFont typeface="Wingdings" panose="05000000000000000000" pitchFamily="2" charset="2"/>
              <a:buChar char="§"/>
            </a:pPr>
            <a:r>
              <a:rPr lang="en-US" sz="2800" dirty="0">
                <a:latin typeface="Aptos Display" panose="020B0004020202020204" pitchFamily="34" charset="0"/>
              </a:rPr>
              <a:t>E-governance platforms</a:t>
            </a:r>
          </a:p>
          <a:p>
            <a:pPr marL="285750" indent="-285750">
              <a:buFont typeface="Arial" panose="020B0604020202020204" pitchFamily="34" charset="0"/>
              <a:buChar char="•"/>
            </a:pPr>
            <a:endParaRPr lang="en-IN" sz="2800" dirty="0">
              <a:latin typeface="Aptos Display" panose="020B0004020202020204" pitchFamily="34" charset="0"/>
            </a:endParaRPr>
          </a:p>
        </p:txBody>
      </p:sp>
    </p:spTree>
    <p:extLst>
      <p:ext uri="{BB962C8B-B14F-4D97-AF65-F5344CB8AC3E}">
        <p14:creationId xmlns:p14="http://schemas.microsoft.com/office/powerpoint/2010/main" val="3972344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8E80D8D-BA04-E07E-B20F-2A78EC49F33A}"/>
              </a:ext>
            </a:extLst>
          </p:cNvPr>
          <p:cNvSpPr txBox="1"/>
          <p:nvPr/>
        </p:nvSpPr>
        <p:spPr>
          <a:xfrm>
            <a:off x="1879600" y="2277533"/>
            <a:ext cx="7467600" cy="3970318"/>
          </a:xfrm>
          <a:prstGeom prst="rect">
            <a:avLst/>
          </a:prstGeom>
          <a:noFill/>
        </p:spPr>
        <p:txBody>
          <a:bodyPr wrap="square" rtlCol="0">
            <a:spAutoFit/>
          </a:bodyPr>
          <a:lstStyle/>
          <a:p>
            <a:pPr marL="285750" indent="-285750">
              <a:buFont typeface="Wingdings" panose="05000000000000000000" pitchFamily="2" charset="2"/>
              <a:buChar char="§"/>
            </a:pPr>
            <a:r>
              <a:rPr lang="en-US" sz="2800" dirty="0">
                <a:latin typeface="Aptos Display" panose="020B0004020202020204" pitchFamily="34" charset="0"/>
              </a:rPr>
              <a:t>Machine understandable knowledge improves system efficiency.</a:t>
            </a:r>
          </a:p>
          <a:p>
            <a:endParaRPr lang="en-US" sz="2800" dirty="0">
              <a:latin typeface="Aptos Display" panose="020B0004020202020204" pitchFamily="34" charset="0"/>
            </a:endParaRPr>
          </a:p>
          <a:p>
            <a:pPr marL="285750" indent="-285750">
              <a:buFont typeface="Wingdings" panose="05000000000000000000" pitchFamily="2" charset="2"/>
              <a:buChar char="§"/>
            </a:pPr>
            <a:r>
              <a:rPr lang="en-US" sz="2800" dirty="0">
                <a:latin typeface="Aptos Display" panose="020B0004020202020204" pitchFamily="34" charset="0"/>
              </a:rPr>
              <a:t>Structured queries ensure reliability and accuracy.</a:t>
            </a:r>
          </a:p>
          <a:p>
            <a:endParaRPr lang="en-US" sz="2800" dirty="0">
              <a:latin typeface="Aptos Display" panose="020B0004020202020204" pitchFamily="34" charset="0"/>
            </a:endParaRPr>
          </a:p>
          <a:p>
            <a:pPr marL="285750" indent="-285750">
              <a:buFont typeface="Wingdings" panose="05000000000000000000" pitchFamily="2" charset="2"/>
              <a:buChar char="§"/>
            </a:pPr>
            <a:r>
              <a:rPr lang="en-US" sz="2800" dirty="0">
                <a:latin typeface="Aptos Display" panose="020B0004020202020204" pitchFamily="34" charset="0"/>
              </a:rPr>
              <a:t>Enhances human–machine interaction.</a:t>
            </a:r>
          </a:p>
          <a:p>
            <a:endParaRPr lang="en-US" sz="2800" dirty="0">
              <a:latin typeface="Aptos Display" panose="020B0004020202020204" pitchFamily="34" charset="0"/>
            </a:endParaRPr>
          </a:p>
          <a:p>
            <a:endParaRPr lang="en-IN" sz="2800" dirty="0">
              <a:latin typeface="Aptos Display" panose="020B0004020202020204" pitchFamily="34" charset="0"/>
            </a:endParaRPr>
          </a:p>
        </p:txBody>
      </p:sp>
      <p:sp>
        <p:nvSpPr>
          <p:cNvPr id="8" name="TextBox 7">
            <a:extLst>
              <a:ext uri="{FF2B5EF4-FFF2-40B4-BE49-F238E27FC236}">
                <a16:creationId xmlns:a16="http://schemas.microsoft.com/office/drawing/2014/main" id="{FB668714-B3B9-D3FE-4D44-F5CB6A1648B7}"/>
              </a:ext>
            </a:extLst>
          </p:cNvPr>
          <p:cNvSpPr txBox="1"/>
          <p:nvPr/>
        </p:nvSpPr>
        <p:spPr>
          <a:xfrm>
            <a:off x="2252133" y="516467"/>
            <a:ext cx="6045200" cy="707886"/>
          </a:xfrm>
          <a:prstGeom prst="rect">
            <a:avLst/>
          </a:prstGeom>
          <a:noFill/>
        </p:spPr>
        <p:txBody>
          <a:bodyPr wrap="square" rtlCol="0">
            <a:spAutoFit/>
          </a:bodyPr>
          <a:lstStyle/>
          <a:p>
            <a:pPr algn="ctr"/>
            <a:r>
              <a:rPr lang="en-IN" sz="4000" dirty="0">
                <a:latin typeface="Algerian" panose="04020705040A02060702" pitchFamily="82" charset="0"/>
              </a:rPr>
              <a:t>CONCLUSION</a:t>
            </a:r>
          </a:p>
        </p:txBody>
      </p:sp>
    </p:spTree>
    <p:extLst>
      <p:ext uri="{BB962C8B-B14F-4D97-AF65-F5344CB8AC3E}">
        <p14:creationId xmlns:p14="http://schemas.microsoft.com/office/powerpoint/2010/main" val="16373526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docProps/app.xml><?xml version="1.0" encoding="utf-8"?>
<Properties xmlns="http://schemas.openxmlformats.org/officeDocument/2006/extended-properties" xmlns:vt="http://schemas.openxmlformats.org/officeDocument/2006/docPropsVTypes">
  <Template>Parallax</Template>
  <TotalTime>141</TotalTime>
  <Words>203</Words>
  <Application>Microsoft Office PowerPoint</Application>
  <PresentationFormat>Widescreen</PresentationFormat>
  <Paragraphs>37</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Algerian</vt:lpstr>
      <vt:lpstr>Aptos Display</vt:lpstr>
      <vt:lpstr>Arial</vt:lpstr>
      <vt:lpstr>Bahnschrift Condensed</vt:lpstr>
      <vt:lpstr>Corbel</vt:lpstr>
      <vt:lpstr>Wingdings</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Tejashwini.K Machenahalli</dc:creator>
  <cp:lastModifiedBy>Tejashwini.K Machenahalli</cp:lastModifiedBy>
  <cp:revision>1</cp:revision>
  <dcterms:created xsi:type="dcterms:W3CDTF">2026-02-11T12:44:20Z</dcterms:created>
  <dcterms:modified xsi:type="dcterms:W3CDTF">2026-02-11T15:05:31Z</dcterms:modified>
</cp:coreProperties>
</file>